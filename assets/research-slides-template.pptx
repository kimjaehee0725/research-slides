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GSM8K</c:v>
                </c:pt>
                <c:pt idx="1">
                  <c:v>MATH</c:v>
                </c:pt>
                <c:pt idx="2">
                  <c:v>AIME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61.2</c:v>
                </c:pt>
                <c:pt idx="1">
                  <c:v>32.4</c:v>
                </c:pt>
                <c:pt idx="2">
                  <c:v>6.7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 SFT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GSM8K</c:v>
                </c:pt>
                <c:pt idx="1">
                  <c:v>MATH</c:v>
                </c:pt>
                <c:pt idx="2">
                  <c:v>AIME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63.5</c:v>
                </c:pt>
                <c:pt idx="1">
                  <c:v>34.0</c:v>
                </c:pt>
                <c:pt idx="2">
                  <c:v>8.1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GSM8K</c:v>
                </c:pt>
                <c:pt idx="1">
                  <c:v>MATH</c:v>
                </c:pt>
                <c:pt idx="2">
                  <c:v>AIME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69.8</c:v>
                </c:pt>
                <c:pt idx="1">
                  <c:v>38.9</c:v>
                </c:pt>
                <c:pt idx="2">
                  <c:v>13.3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2700">
            <a:solidFill>
              <a:schemeClr val="tx1">
                <a:lumMod val="40000"/>
                <a:lumOff val="60000"/>
              </a:schemeClr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chemeClr val="tx1">
                  <a:lumMod val="15000"/>
                  <a:lumOff val="85000"/>
                </a:schemeClr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800">
          <a:solidFill>
            <a:schemeClr val="tx1">
              <a:lumMod val="75000"/>
              <a:lumOff val="25000"/>
            </a:schemeClr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 예시. venue_logo 역할에 학회 로고 이미지를 넣을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목차는 섹션이 바뀔 때마다 current만 바꿔 다시 넣어 섹션 구분 슬라이드로도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nue_logo"/>
          <p:cNvSpPr>
            <a:spLocks noGrp="1"/>
          </p:cNvSpPr>
          <p:nvPr>
            <p:ph type="pic" idx="13" hasCustomPrompt="1"/>
          </p:nvPr>
        </p:nvSpPr>
        <p:spPr>
          <a:xfrm>
            <a:off x="457200" y="411480"/>
            <a:ext cx="2377440" cy="1188720"/>
          </a:xfrm>
          <a:prstGeom prst="rect">
            <a:avLst/>
          </a:prstGeom>
        </p:spPr>
        <p:txBody>
          <a:bodyPr wrap="square" lIns="91440" tIns="45720" rIns="91440" bIns="45720" anchor="ctr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1400" kern="0">
                <a:solidFill>
                  <a:schemeClr val="accent6"/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학회 로고</a:t>
            </a:r>
          </a:p>
        </p:txBody>
      </p:sp>
      <p:cxnSp>
        <p:nvCxnSpPr>
          <p:cNvPr id="3" name="line_l"/>
          <p:cNvCxnSpPr/>
          <p:nvPr userDrawn="1"/>
        </p:nvCxnSpPr>
        <p:spPr>
          <a:xfrm>
            <a:off x="2971800" y="1024128"/>
            <a:ext cx="42976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4" name="line_r"/>
          <p:cNvCxnSpPr/>
          <p:nvPr userDrawn="1"/>
        </p:nvCxnSpPr>
        <p:spPr>
          <a:xfrm>
            <a:off x="11018520" y="1024128"/>
            <a:ext cx="43434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sp>
        <p:nvSpPr>
          <p:cNvPr id="5" name="date"/>
          <p:cNvSpPr>
            <a:spLocks noGrp="1"/>
          </p:cNvSpPr>
          <p:nvPr>
            <p:ph type="body" idx="10" hasCustomPrompt="1"/>
          </p:nvPr>
        </p:nvSpPr>
        <p:spPr>
          <a:xfrm>
            <a:off x="7360920" y="768096"/>
            <a:ext cx="3566160" cy="512064"/>
          </a:xfrm>
          <a:prstGeom prst="rect">
            <a:avLst/>
          </a:prstGeom>
        </p:spPr>
        <p:txBody>
          <a:bodyPr wrap="square" lIns="91440" tIns="45720" rIns="91440" bIns="45720" anchor="ctr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22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2026년 Q3</a:t>
            </a:r>
          </a:p>
        </p:txBody>
      </p:sp>
      <p:pic>
        <p:nvPicPr>
          <p:cNvPr id="6" name="logo_snu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36240" y="548640"/>
            <a:ext cx="978408" cy="1014984"/>
          </a:xfrm>
          <a:prstGeom prst="rect">
            <a:avLst/>
          </a:prstGeom>
        </p:spPr>
      </p:pic>
      <p:pic>
        <p:nvPicPr>
          <p:cNvPr id="7" name="logo_dsba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42664" y="539496"/>
            <a:ext cx="1170432" cy="1024128"/>
          </a:xfrm>
          <a:prstGeom prst="rect">
            <a:avLst/>
          </a:prstGeom>
        </p:spPr>
      </p:pic>
      <p:sp>
        <p:nvSpPr>
          <p:cNvPr id="8" name="title"/>
          <p:cNvSpPr>
            <a:spLocks noGrp="1"/>
          </p:cNvSpPr>
          <p:nvPr>
            <p:ph type="ctrTitle" hasCustomPrompt="1"/>
          </p:nvPr>
        </p:nvSpPr>
        <p:spPr>
          <a:xfrm>
            <a:off x="1371600" y="2331720"/>
            <a:ext cx="15544800" cy="2240280"/>
          </a:xfrm>
          <a:prstGeom prst="rect">
            <a:avLst/>
          </a:prstGeom>
        </p:spPr>
        <p:txBody>
          <a:bodyPr wrap="square" lIns="91440" tIns="45720" rIns="91440" bIns="45720" anchor="b" rtlCol="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ko-KR" sz="4800" kern="0">
                <a:solidFill>
                  <a:schemeClr val="accent1"/>
                </a:solidFill>
                <a:latin typeface="NanumSquareOTF ExtraBold"/>
                <a:ea typeface="NanumSquareOTF ExtraBold"/>
                <a:cs typeface="NanumSquareOTF ExtraBold"/>
              </a:defRPr>
            </a:lvl1pPr>
          </a:lstStyle>
          <a:p>
            <a:r>
              <a:rPr lang="ko-KR" dirty="0"/>
              <a:t>논문 제목</a:t>
            </a:r>
          </a:p>
        </p:txBody>
      </p:sp>
      <p:sp>
        <p:nvSpPr>
          <p:cNvPr id="9" name="citation"/>
          <p:cNvSpPr>
            <a:spLocks noGrp="1"/>
          </p:cNvSpPr>
          <p:nvPr>
            <p:ph type="subTitle" idx="1" hasCustomPrompt="1"/>
          </p:nvPr>
        </p:nvSpPr>
        <p:spPr>
          <a:xfrm>
            <a:off x="1371600" y="4754880"/>
            <a:ext cx="15544800" cy="1143000"/>
          </a:xfrm>
          <a:prstGeom prst="rect">
            <a:avLst/>
          </a:prstGeom>
        </p:spPr>
        <p:txBody>
          <a:bodyPr wrap="square" lIns="91440" tIns="45720" rIns="91440" bIns="45720" anchor="t" rtlCol="0"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lang="ko-KR" sz="20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First Author et al., “Paper Title”, Venue, Year, arXiv:XXXX.XXXXX</a:t>
            </a:r>
          </a:p>
        </p:txBody>
      </p:sp>
      <p:sp>
        <p:nvSpPr>
          <p:cNvPr id="10" name="presenter"/>
          <p:cNvSpPr>
            <a:spLocks noGrp="1"/>
          </p:cNvSpPr>
          <p:nvPr>
            <p:ph type="body" idx="11" hasCustomPrompt="1"/>
          </p:nvPr>
        </p:nvSpPr>
        <p:spPr>
          <a:xfrm>
            <a:off x="3657600" y="6263640"/>
            <a:ext cx="10972800" cy="2103120"/>
          </a:xfrm>
          <a:prstGeom prst="rect">
            <a:avLst/>
          </a:prstGeom>
        </p:spPr>
        <p:txBody>
          <a:bodyPr wrap="square" lIns="91440" tIns="45720" rIns="91440" bIns="45720" anchor="t" rtlCol="0">
            <a:no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lang="ko-KR" sz="2400" kern="0">
                <a:solidFill>
                  <a:schemeClr val="tx1"/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서울대학교 산업공학과</a:t>
            </a:r>
          </a:p>
        </p:txBody>
      </p:sp>
      <p:sp>
        <p:nvSpPr>
          <p:cNvPr id="11" name="footer_bar"/>
          <p:cNvSpPr/>
          <p:nvPr userDrawn="1"/>
        </p:nvSpPr>
        <p:spPr>
          <a:xfrm>
            <a:off x="0" y="9820656"/>
            <a:ext cx="18288000" cy="4663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Contents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panel"/>
          <p:cNvSpPr/>
          <p:nvPr userDrawn="1"/>
        </p:nvSpPr>
        <p:spPr>
          <a:xfrm>
            <a:off x="0" y="0"/>
            <a:ext cx="578815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contents_label"/>
          <p:cNvSpPr txBox="1"/>
          <p:nvPr userDrawn="1"/>
        </p:nvSpPr>
        <p:spPr>
          <a:xfrm>
            <a:off x="502920" y="777240"/>
            <a:ext cx="5029200" cy="1188720"/>
          </a:xfrm>
          <a:prstGeom prst="rect">
            <a:avLst/>
          </a:prstGeom>
          <a:noFill/>
        </p:spPr>
        <p:txBody>
          <a:bodyPr wrap="square" lIns="45720" tIns="0" rIns="45720" bIns="0" anchor="t" rtlCol="0">
            <a:noAutofit/>
          </a:bodyPr>
          <a:lstStyle/>
          <a:p>
            <a:pPr algn="l"/>
            <a:r>
              <a:rPr lang="ko-KR" sz="6600" dirty="0">
                <a:solidFill>
                  <a:schemeClr val="bg1"/>
                </a:solidFill>
                <a:latin typeface="NanumSquareOTF ExtraBold"/>
                <a:ea typeface="NanumSquareOTF ExtraBold"/>
                <a:cs typeface="NanumSquareOTF ExtraBold"/>
              </a:rPr>
              <a:t>Contents</a:t>
            </a:r>
          </a:p>
        </p:txBody>
      </p:sp>
      <p:pic>
        <p:nvPicPr>
          <p:cNvPr id="4" name="logo_dsba_whit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032" y="9098280"/>
            <a:ext cx="2212848" cy="1133856"/>
          </a:xfrm>
          <a:prstGeom prst="rect">
            <a:avLst/>
          </a:prstGeom>
        </p:spPr>
      </p:pic>
      <p:sp>
        <p:nvSpPr>
          <p:cNvPr id="5" name="toc"/>
          <p:cNvSpPr>
            <a:spLocks noGrp="1"/>
          </p:cNvSpPr>
          <p:nvPr>
            <p:ph type="body" idx="12" hasCustomPrompt="1"/>
          </p:nvPr>
        </p:nvSpPr>
        <p:spPr>
          <a:xfrm>
            <a:off x="6766560" y="1463040"/>
            <a:ext cx="10607040" cy="7680960"/>
          </a:xfrm>
          <a:prstGeom prst="rect">
            <a:avLst/>
          </a:prstGeom>
        </p:spPr>
        <p:txBody>
          <a:bodyPr wrap="square" lIns="91440" tIns="45720" rIns="91440" bIns="45720" anchor="ctr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3400"/>
              </a:spcAft>
              <a:buNone/>
              <a:tabLst>
                <a:tab pos="1280160" algn="l"/>
              </a:tabLst>
              <a:defRPr lang="ko-KR" sz="3600" kern="0">
                <a:solidFill>
                  <a:schemeClr val="tx1">
                    <a:lumMod val="55000"/>
                    <a:lumOff val="45000"/>
                  </a:schemeClr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01	Background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_FigureFull_Band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ection"/>
          <p:cNvSpPr>
            <a:spLocks noGrp="1"/>
          </p:cNvSpPr>
          <p:nvPr>
            <p:ph type="body" idx="10" hasCustomPrompt="1"/>
          </p:nvPr>
        </p:nvSpPr>
        <p:spPr>
          <a:xfrm>
            <a:off x="576072" y="301752"/>
            <a:ext cx="8229600" cy="411480"/>
          </a:xfrm>
          <a:prstGeom prst="rect">
            <a:avLst/>
          </a:prstGeom>
        </p:spPr>
        <p:txBody>
          <a:bodyPr wrap="square" lIns="45720" tIns="0" rIns="45720" bIns="0" anchor="ctr"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22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Section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76072" y="822960"/>
            <a:ext cx="14538960" cy="868680"/>
          </a:xfrm>
          <a:prstGeom prst="rect">
            <a:avLst/>
          </a:prstGeom>
        </p:spPr>
        <p:txBody>
          <a:bodyPr wrap="square" lIns="45720" tIns="0" rIns="45720" bIns="0" anchor="t" rtlCol="0">
            <a:normAutofit/>
          </a:bodyPr>
          <a:lstStyle/>
          <a:p>
            <a:r>
              <a:rPr lang="ko-KR" dirty="0"/>
              <a:t>슬라이드 제목: 한 장의 핵심 메시지</a:t>
            </a:r>
          </a:p>
        </p:txBody>
      </p:sp>
      <p:sp>
        <p:nvSpPr>
          <p:cNvPr id="4" name="source"/>
          <p:cNvSpPr>
            <a:spLocks noGrp="1"/>
          </p:cNvSpPr>
          <p:nvPr>
            <p:ph type="body" idx="11" hasCustomPrompt="1"/>
          </p:nvPr>
        </p:nvSpPr>
        <p:spPr>
          <a:xfrm>
            <a:off x="5852160" y="9838944"/>
            <a:ext cx="10241280" cy="457200"/>
          </a:xfrm>
          <a:prstGeom prst="rect">
            <a:avLst/>
          </a:prstGeom>
        </p:spPr>
        <p:txBody>
          <a:bodyPr wrap="square" lIns="45720" tIns="0" rIns="91440" bIns="0" anchor="ctr" rtlCol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1600" kern="0">
                <a:solidFill>
                  <a:schemeClr val="bg1"/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Author et al., Title, Venue Year</a:t>
            </a:r>
          </a:p>
        </p:txBody>
      </p:sp>
      <p:sp>
        <p:nvSpPr>
          <p:cNvPr id="5" name="figure"/>
          <p:cNvSpPr>
            <a:spLocks noGrp="1"/>
          </p:cNvSpPr>
          <p:nvPr>
            <p:ph type="pic" idx="13" hasCustomPrompt="1"/>
          </p:nvPr>
        </p:nvSpPr>
        <p:spPr>
          <a:xfrm>
            <a:off x="914400" y="2057400"/>
            <a:ext cx="16459200" cy="4663440"/>
          </a:xfrm>
          <a:prstGeom prst="rect">
            <a:avLst/>
          </a:prstGeom>
        </p:spPr>
        <p:txBody>
          <a:bodyPr wrap="square" lIns="91440" tIns="45720" rIns="91440" bIns="45720" anchor="ctr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2000" kern="0">
                <a:solidFill>
                  <a:schemeClr val="accent6"/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그림 삽입: 논문 figure·표 캡쳐 (비율 유지, 잘라내지 않음)</a:t>
            </a:r>
          </a:p>
        </p:txBody>
      </p:sp>
      <p:sp>
        <p:nvSpPr>
          <p:cNvPr id="6" name="band"/>
          <p:cNvSpPr>
            <a:spLocks noGrp="1"/>
          </p:cNvSpPr>
          <p:nvPr>
            <p:ph type="body" idx="12" hasCustomPrompt="1"/>
          </p:nvPr>
        </p:nvSpPr>
        <p:spPr>
          <a:xfrm>
            <a:off x="228600" y="6903720"/>
            <a:ext cx="17830800" cy="2788920"/>
          </a:xfrm>
          <a:prstGeom prst="rect">
            <a:avLst/>
          </a:prstGeom>
          <a:solidFill>
            <a:schemeClr val="accent1">
              <a:lumMod val="8000"/>
              <a:lumOff val="92000"/>
            </a:schemeClr>
          </a:solidFill>
        </p:spPr>
        <p:txBody>
          <a:bodyPr wrap="square" lIns="365760" tIns="137160" rIns="365760" bIns="137160" anchor="ctr" rtlCol="0">
            <a:normAutofit/>
          </a:bodyPr>
          <a:lstStyle>
            <a:lvl1pPr marL="502920" indent="-50292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Char char=""/>
              <a:defRPr lang="ko-KR" sz="3200" kern="0">
                <a:solidFill>
                  <a:schemeClr val="tx1"/>
                </a:solidFill>
                <a:latin typeface="NanumSquareOTF"/>
                <a:ea typeface="NanumSquareOTF"/>
                <a:cs typeface="NanumSquareOTF"/>
              </a:defRPr>
            </a:lvl1pPr>
            <a:lvl2pPr marL="1005840" indent="-4572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Char char=""/>
              <a:defRPr lang="ko-KR" sz="28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2pPr>
            <a:lvl3pPr marL="1463040" indent="-36576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Arial" pitchFamily="2" charset="2"/>
              <a:buChar char="–"/>
              <a:defRPr lang="ko-KR" sz="24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3pPr>
          </a:lstStyle>
          <a:p>
            <a:r>
              <a:rPr lang="ko-KR" dirty="0"/>
              <a:t>핵심 주장을 한 줄로 (명사형 종결)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_FigureTwo_Band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ection"/>
          <p:cNvSpPr>
            <a:spLocks noGrp="1"/>
          </p:cNvSpPr>
          <p:nvPr>
            <p:ph type="body" idx="10" hasCustomPrompt="1"/>
          </p:nvPr>
        </p:nvSpPr>
        <p:spPr>
          <a:xfrm>
            <a:off x="576072" y="301752"/>
            <a:ext cx="8229600" cy="411480"/>
          </a:xfrm>
          <a:prstGeom prst="rect">
            <a:avLst/>
          </a:prstGeom>
        </p:spPr>
        <p:txBody>
          <a:bodyPr wrap="square" lIns="45720" tIns="0" rIns="45720" bIns="0" anchor="ctr"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22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Section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76072" y="822960"/>
            <a:ext cx="14538960" cy="868680"/>
          </a:xfrm>
          <a:prstGeom prst="rect">
            <a:avLst/>
          </a:prstGeom>
        </p:spPr>
        <p:txBody>
          <a:bodyPr wrap="square" lIns="45720" tIns="0" rIns="45720" bIns="0" anchor="t" rtlCol="0">
            <a:normAutofit/>
          </a:bodyPr>
          <a:lstStyle/>
          <a:p>
            <a:r>
              <a:rPr lang="ko-KR" dirty="0"/>
              <a:t>슬라이드 제목: 한 장의 핵심 메시지</a:t>
            </a:r>
          </a:p>
        </p:txBody>
      </p:sp>
      <p:sp>
        <p:nvSpPr>
          <p:cNvPr id="4" name="source"/>
          <p:cNvSpPr>
            <a:spLocks noGrp="1"/>
          </p:cNvSpPr>
          <p:nvPr>
            <p:ph type="body" idx="11" hasCustomPrompt="1"/>
          </p:nvPr>
        </p:nvSpPr>
        <p:spPr>
          <a:xfrm>
            <a:off x="5852160" y="9838944"/>
            <a:ext cx="10241280" cy="457200"/>
          </a:xfrm>
          <a:prstGeom prst="rect">
            <a:avLst/>
          </a:prstGeom>
        </p:spPr>
        <p:txBody>
          <a:bodyPr wrap="square" lIns="45720" tIns="0" rIns="91440" bIns="0" anchor="ctr" rtlCol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1600" kern="0">
                <a:solidFill>
                  <a:schemeClr val="bg1"/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Author et al., Title, Venue Year</a:t>
            </a:r>
          </a:p>
        </p:txBody>
      </p:sp>
      <p:sp>
        <p:nvSpPr>
          <p:cNvPr id="5" name="figure_left"/>
          <p:cNvSpPr>
            <a:spLocks noGrp="1"/>
          </p:cNvSpPr>
          <p:nvPr>
            <p:ph type="pic" idx="13" hasCustomPrompt="1"/>
          </p:nvPr>
        </p:nvSpPr>
        <p:spPr>
          <a:xfrm>
            <a:off x="685800" y="2057400"/>
            <a:ext cx="8138160" cy="4663440"/>
          </a:xfrm>
          <a:prstGeom prst="rect">
            <a:avLst/>
          </a:prstGeom>
        </p:spPr>
        <p:txBody>
          <a:bodyPr wrap="square" lIns="91440" tIns="45720" rIns="91440" bIns="45720" anchor="ctr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2000" kern="0">
                <a:solidFill>
                  <a:schemeClr val="accent6"/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그림 삽입: 논문 figure·표 캡쳐 (비율 유지, 잘라내지 않음)</a:t>
            </a:r>
          </a:p>
        </p:txBody>
      </p:sp>
      <p:sp>
        <p:nvSpPr>
          <p:cNvPr id="6" name="figure_right"/>
          <p:cNvSpPr>
            <a:spLocks noGrp="1"/>
          </p:cNvSpPr>
          <p:nvPr>
            <p:ph type="pic" idx="14" hasCustomPrompt="1"/>
          </p:nvPr>
        </p:nvSpPr>
        <p:spPr>
          <a:xfrm>
            <a:off x="9464040" y="2057400"/>
            <a:ext cx="8138160" cy="4663440"/>
          </a:xfrm>
          <a:prstGeom prst="rect">
            <a:avLst/>
          </a:prstGeom>
        </p:spPr>
        <p:txBody>
          <a:bodyPr wrap="square" lIns="91440" tIns="45720" rIns="91440" bIns="45720" anchor="ctr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2000" kern="0">
                <a:solidFill>
                  <a:schemeClr val="accent6"/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그림 삽입: 논문 figure·표 캡쳐 (비율 유지, 잘라내지 않음)</a:t>
            </a:r>
          </a:p>
        </p:txBody>
      </p:sp>
      <p:sp>
        <p:nvSpPr>
          <p:cNvPr id="7" name="band"/>
          <p:cNvSpPr>
            <a:spLocks noGrp="1"/>
          </p:cNvSpPr>
          <p:nvPr>
            <p:ph type="body" idx="12" hasCustomPrompt="1"/>
          </p:nvPr>
        </p:nvSpPr>
        <p:spPr>
          <a:xfrm>
            <a:off x="228600" y="6903720"/>
            <a:ext cx="17830800" cy="2788920"/>
          </a:xfrm>
          <a:prstGeom prst="rect">
            <a:avLst/>
          </a:prstGeom>
          <a:solidFill>
            <a:schemeClr val="accent1">
              <a:lumMod val="8000"/>
              <a:lumOff val="92000"/>
            </a:schemeClr>
          </a:solidFill>
        </p:spPr>
        <p:txBody>
          <a:bodyPr wrap="square" lIns="365760" tIns="137160" rIns="365760" bIns="137160" anchor="ctr" rtlCol="0">
            <a:normAutofit/>
          </a:bodyPr>
          <a:lstStyle>
            <a:lvl1pPr marL="502920" indent="-50292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Char char=""/>
              <a:defRPr lang="ko-KR" sz="3200" kern="0">
                <a:solidFill>
                  <a:schemeClr val="tx1"/>
                </a:solidFill>
                <a:latin typeface="NanumSquareOTF"/>
                <a:ea typeface="NanumSquareOTF"/>
                <a:cs typeface="NanumSquareOTF"/>
              </a:defRPr>
            </a:lvl1pPr>
            <a:lvl2pPr marL="1005840" indent="-4572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Char char=""/>
              <a:defRPr lang="ko-KR" sz="28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2pPr>
            <a:lvl3pPr marL="1463040" indent="-36576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Arial" pitchFamily="2" charset="2"/>
              <a:buChar char="–"/>
              <a:defRPr lang="ko-KR" sz="24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3pPr>
          </a:lstStyle>
          <a:p>
            <a:r>
              <a:rPr lang="ko-KR" dirty="0"/>
              <a:t>핵심 주장을 한 줄로 (명사형 종결)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FigureExplain_Band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ection"/>
          <p:cNvSpPr>
            <a:spLocks noGrp="1"/>
          </p:cNvSpPr>
          <p:nvPr>
            <p:ph type="body" idx="10" hasCustomPrompt="1"/>
          </p:nvPr>
        </p:nvSpPr>
        <p:spPr>
          <a:xfrm>
            <a:off x="576072" y="301752"/>
            <a:ext cx="8229600" cy="411480"/>
          </a:xfrm>
          <a:prstGeom prst="rect">
            <a:avLst/>
          </a:prstGeom>
        </p:spPr>
        <p:txBody>
          <a:bodyPr wrap="square" lIns="45720" tIns="0" rIns="45720" bIns="0" anchor="ctr"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22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Section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76072" y="822960"/>
            <a:ext cx="14538960" cy="868680"/>
          </a:xfrm>
          <a:prstGeom prst="rect">
            <a:avLst/>
          </a:prstGeom>
        </p:spPr>
        <p:txBody>
          <a:bodyPr wrap="square" lIns="45720" tIns="0" rIns="45720" bIns="0" anchor="t" rtlCol="0">
            <a:normAutofit/>
          </a:bodyPr>
          <a:lstStyle/>
          <a:p>
            <a:r>
              <a:rPr lang="ko-KR" dirty="0"/>
              <a:t>슬라이드 제목: 한 장의 핵심 메시지</a:t>
            </a:r>
          </a:p>
        </p:txBody>
      </p:sp>
      <p:sp>
        <p:nvSpPr>
          <p:cNvPr id="4" name="source"/>
          <p:cNvSpPr>
            <a:spLocks noGrp="1"/>
          </p:cNvSpPr>
          <p:nvPr>
            <p:ph type="body" idx="11" hasCustomPrompt="1"/>
          </p:nvPr>
        </p:nvSpPr>
        <p:spPr>
          <a:xfrm>
            <a:off x="5852160" y="9838944"/>
            <a:ext cx="10241280" cy="457200"/>
          </a:xfrm>
          <a:prstGeom prst="rect">
            <a:avLst/>
          </a:prstGeom>
        </p:spPr>
        <p:txBody>
          <a:bodyPr wrap="square" lIns="45720" tIns="0" rIns="91440" bIns="0" anchor="ctr" rtlCol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1600" kern="0">
                <a:solidFill>
                  <a:schemeClr val="bg1"/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Author et al., Title, Venue Year</a:t>
            </a:r>
          </a:p>
        </p:txBody>
      </p:sp>
      <p:sp>
        <p:nvSpPr>
          <p:cNvPr id="5" name="figure"/>
          <p:cNvSpPr>
            <a:spLocks noGrp="1"/>
          </p:cNvSpPr>
          <p:nvPr>
            <p:ph type="pic" idx="13" hasCustomPrompt="1"/>
          </p:nvPr>
        </p:nvSpPr>
        <p:spPr>
          <a:xfrm>
            <a:off x="685800" y="2057400"/>
            <a:ext cx="9509760" cy="4663440"/>
          </a:xfrm>
          <a:prstGeom prst="rect">
            <a:avLst/>
          </a:prstGeom>
        </p:spPr>
        <p:txBody>
          <a:bodyPr wrap="square" lIns="91440" tIns="45720" rIns="91440" bIns="45720" anchor="ctr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2000" kern="0">
                <a:solidFill>
                  <a:schemeClr val="accent6"/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그림 삽입: 논문 figure·표 캡쳐 (비율 유지, 잘라내지 않음)</a:t>
            </a:r>
          </a:p>
        </p:txBody>
      </p:sp>
      <p:sp>
        <p:nvSpPr>
          <p:cNvPr id="6" name="explain"/>
          <p:cNvSpPr>
            <a:spLocks noGrp="1"/>
          </p:cNvSpPr>
          <p:nvPr>
            <p:ph type="body" idx="15" hasCustomPrompt="1"/>
          </p:nvPr>
        </p:nvSpPr>
        <p:spPr>
          <a:xfrm>
            <a:off x="10561320" y="2057400"/>
            <a:ext cx="7040880" cy="4663440"/>
          </a:xfrm>
          <a:prstGeom prst="rect">
            <a:avLst/>
          </a:prstGeom>
        </p:spPr>
        <p:txBody>
          <a:bodyPr wrap="square" lIns="91440" tIns="45720" rIns="91440" bIns="45720" anchor="ctr" rtlCol="0">
            <a:normAutofit/>
          </a:bodyPr>
          <a:lstStyle>
            <a:lvl1pPr marL="502920" indent="-50292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Char char=""/>
              <a:defRPr lang="ko-KR" sz="2600" kern="0">
                <a:solidFill>
                  <a:schemeClr val="tx1"/>
                </a:solidFill>
                <a:latin typeface="NanumSquareOTF"/>
                <a:ea typeface="NanumSquareOTF"/>
                <a:cs typeface="NanumSquareOTF"/>
              </a:defRPr>
            </a:lvl1pPr>
            <a:lvl2pPr marL="1005840" indent="-457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Char char=""/>
              <a:defRPr lang="ko-KR" sz="24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2pPr>
            <a:lvl3pPr marL="1463040" indent="-36576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Arial" pitchFamily="2" charset="2"/>
              <a:buChar char="–"/>
              <a:defRPr lang="ko-KR" sz="22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3pPr>
          </a:lstStyle>
          <a:p>
            <a:r>
              <a:rPr lang="ko-KR" dirty="0"/>
              <a:t>그림 해설 (짧은 항목)</a:t>
            </a:r>
          </a:p>
        </p:txBody>
      </p:sp>
      <p:sp>
        <p:nvSpPr>
          <p:cNvPr id="7" name="band"/>
          <p:cNvSpPr>
            <a:spLocks noGrp="1"/>
          </p:cNvSpPr>
          <p:nvPr>
            <p:ph type="body" idx="12" hasCustomPrompt="1"/>
          </p:nvPr>
        </p:nvSpPr>
        <p:spPr>
          <a:xfrm>
            <a:off x="228600" y="6903720"/>
            <a:ext cx="17830800" cy="2788920"/>
          </a:xfrm>
          <a:prstGeom prst="rect">
            <a:avLst/>
          </a:prstGeom>
          <a:solidFill>
            <a:schemeClr val="accent1">
              <a:lumMod val="8000"/>
              <a:lumOff val="92000"/>
            </a:schemeClr>
          </a:solidFill>
        </p:spPr>
        <p:txBody>
          <a:bodyPr wrap="square" lIns="365760" tIns="137160" rIns="365760" bIns="137160" anchor="ctr" rtlCol="0">
            <a:normAutofit/>
          </a:bodyPr>
          <a:lstStyle>
            <a:lvl1pPr marL="502920" indent="-50292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Char char=""/>
              <a:defRPr lang="ko-KR" sz="3200" kern="0">
                <a:solidFill>
                  <a:schemeClr val="tx1"/>
                </a:solidFill>
                <a:latin typeface="NanumSquareOTF"/>
                <a:ea typeface="NanumSquareOTF"/>
                <a:cs typeface="NanumSquareOTF"/>
              </a:defRPr>
            </a:lvl1pPr>
            <a:lvl2pPr marL="1005840" indent="-4572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Char char=""/>
              <a:defRPr lang="ko-KR" sz="28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2pPr>
            <a:lvl3pPr marL="1463040" indent="-36576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Arial" pitchFamily="2" charset="2"/>
              <a:buChar char="–"/>
              <a:defRPr lang="ko-KR" sz="24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3pPr>
          </a:lstStyle>
          <a:p>
            <a:r>
              <a:rPr lang="ko-KR" dirty="0"/>
              <a:t>핵심 주장을 한 줄로 (명사형 종결)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_TopBand_W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ection"/>
          <p:cNvSpPr>
            <a:spLocks noGrp="1"/>
          </p:cNvSpPr>
          <p:nvPr>
            <p:ph type="body" idx="10" hasCustomPrompt="1"/>
          </p:nvPr>
        </p:nvSpPr>
        <p:spPr>
          <a:xfrm>
            <a:off x="576072" y="301752"/>
            <a:ext cx="8229600" cy="411480"/>
          </a:xfrm>
          <a:prstGeom prst="rect">
            <a:avLst/>
          </a:prstGeom>
        </p:spPr>
        <p:txBody>
          <a:bodyPr wrap="square" lIns="45720" tIns="0" rIns="45720" bIns="0" anchor="ctr"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22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Section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76072" y="822960"/>
            <a:ext cx="14538960" cy="868680"/>
          </a:xfrm>
          <a:prstGeom prst="rect">
            <a:avLst/>
          </a:prstGeom>
        </p:spPr>
        <p:txBody>
          <a:bodyPr wrap="square" lIns="45720" tIns="0" rIns="45720" bIns="0" anchor="t" rtlCol="0">
            <a:normAutofit/>
          </a:bodyPr>
          <a:lstStyle/>
          <a:p>
            <a:r>
              <a:rPr lang="ko-KR" dirty="0"/>
              <a:t>슬라이드 제목: 한 장의 핵심 메시지</a:t>
            </a:r>
          </a:p>
        </p:txBody>
      </p:sp>
      <p:sp>
        <p:nvSpPr>
          <p:cNvPr id="4" name="source"/>
          <p:cNvSpPr>
            <a:spLocks noGrp="1"/>
          </p:cNvSpPr>
          <p:nvPr>
            <p:ph type="body" idx="11" hasCustomPrompt="1"/>
          </p:nvPr>
        </p:nvSpPr>
        <p:spPr>
          <a:xfrm>
            <a:off x="5852160" y="9838944"/>
            <a:ext cx="10241280" cy="457200"/>
          </a:xfrm>
          <a:prstGeom prst="rect">
            <a:avLst/>
          </a:prstGeom>
        </p:spPr>
        <p:txBody>
          <a:bodyPr wrap="square" lIns="45720" tIns="0" rIns="91440" bIns="0" anchor="ctr" rtlCol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1600" kern="0">
                <a:solidFill>
                  <a:schemeClr val="bg1"/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Author et al., Title, Venue Year</a:t>
            </a:r>
          </a:p>
        </p:txBody>
      </p:sp>
      <p:sp>
        <p:nvSpPr>
          <p:cNvPr id="5" name="band"/>
          <p:cNvSpPr>
            <a:spLocks noGrp="1"/>
          </p:cNvSpPr>
          <p:nvPr>
            <p:ph type="body" idx="12" hasCustomPrompt="1"/>
          </p:nvPr>
        </p:nvSpPr>
        <p:spPr>
          <a:xfrm>
            <a:off x="228600" y="1874520"/>
            <a:ext cx="17830800" cy="1965960"/>
          </a:xfrm>
          <a:prstGeom prst="rect">
            <a:avLst/>
          </a:prstGeom>
          <a:solidFill>
            <a:schemeClr val="accent1">
              <a:lumMod val="8000"/>
              <a:lumOff val="92000"/>
            </a:schemeClr>
          </a:solidFill>
        </p:spPr>
        <p:txBody>
          <a:bodyPr wrap="square" lIns="365760" tIns="137160" rIns="365760" bIns="137160" anchor="ctr" rtlCol="0">
            <a:normAutofit/>
          </a:bodyPr>
          <a:lstStyle>
            <a:lvl1pPr marL="502920" indent="-50292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Char char=""/>
              <a:defRPr lang="ko-KR" sz="3200" kern="0">
                <a:solidFill>
                  <a:schemeClr val="tx1"/>
                </a:solidFill>
                <a:latin typeface="NanumSquareOTF"/>
                <a:ea typeface="NanumSquareOTF"/>
                <a:cs typeface="NanumSquareOTF"/>
              </a:defRPr>
            </a:lvl1pPr>
            <a:lvl2pPr marL="1005840" indent="-4572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Char char=""/>
              <a:defRPr lang="ko-KR" sz="28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2pPr>
            <a:lvl3pPr marL="1463040" indent="-36576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Arial" pitchFamily="2" charset="2"/>
              <a:buChar char="–"/>
              <a:defRPr lang="ko-KR" sz="24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3pPr>
          </a:lstStyle>
          <a:p>
            <a:r>
              <a:rPr lang="ko-KR" dirty="0"/>
              <a:t>핵심 주장을 한 줄로 (명사형 종결)</a:t>
            </a:r>
          </a:p>
        </p:txBody>
      </p:sp>
      <p:sp>
        <p:nvSpPr>
          <p:cNvPr id="6" name="wide"/>
          <p:cNvSpPr>
            <a:spLocks noGrp="1"/>
          </p:cNvSpPr>
          <p:nvPr>
            <p:ph idx="16" hasCustomPrompt="1"/>
          </p:nvPr>
        </p:nvSpPr>
        <p:spPr>
          <a:xfrm>
            <a:off x="685800" y="4069080"/>
            <a:ext cx="16916400" cy="5486400"/>
          </a:xfrm>
          <a:prstGeom prst="rect">
            <a:avLst/>
          </a:prstGeom>
        </p:spPr>
        <p:txBody>
          <a:bodyPr wrap="square" lIns="91440" tIns="45720" rIns="91440" bIns="45720" anchor="ctr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2000" kern="0">
                <a:solidFill>
                  <a:schemeClr val="accent6"/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표·차트·넓은 그림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_TwoColum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ection"/>
          <p:cNvSpPr>
            <a:spLocks noGrp="1"/>
          </p:cNvSpPr>
          <p:nvPr>
            <p:ph type="body" idx="10" hasCustomPrompt="1"/>
          </p:nvPr>
        </p:nvSpPr>
        <p:spPr>
          <a:xfrm>
            <a:off x="576072" y="301752"/>
            <a:ext cx="8229600" cy="411480"/>
          </a:xfrm>
          <a:prstGeom prst="rect">
            <a:avLst/>
          </a:prstGeom>
        </p:spPr>
        <p:txBody>
          <a:bodyPr wrap="square" lIns="45720" tIns="0" rIns="45720" bIns="0" anchor="ctr"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22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Section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76072" y="822960"/>
            <a:ext cx="14538960" cy="868680"/>
          </a:xfrm>
          <a:prstGeom prst="rect">
            <a:avLst/>
          </a:prstGeom>
        </p:spPr>
        <p:txBody>
          <a:bodyPr wrap="square" lIns="45720" tIns="0" rIns="45720" bIns="0" anchor="t" rtlCol="0">
            <a:normAutofit/>
          </a:bodyPr>
          <a:lstStyle/>
          <a:p>
            <a:r>
              <a:rPr lang="ko-KR" dirty="0"/>
              <a:t>슬라이드 제목: 한 장의 핵심 메시지</a:t>
            </a:r>
          </a:p>
        </p:txBody>
      </p:sp>
      <p:sp>
        <p:nvSpPr>
          <p:cNvPr id="4" name="source"/>
          <p:cNvSpPr>
            <a:spLocks noGrp="1"/>
          </p:cNvSpPr>
          <p:nvPr>
            <p:ph type="body" idx="11" hasCustomPrompt="1"/>
          </p:nvPr>
        </p:nvSpPr>
        <p:spPr>
          <a:xfrm>
            <a:off x="5852160" y="9838944"/>
            <a:ext cx="10241280" cy="457200"/>
          </a:xfrm>
          <a:prstGeom prst="rect">
            <a:avLst/>
          </a:prstGeom>
        </p:spPr>
        <p:txBody>
          <a:bodyPr wrap="square" lIns="45720" tIns="0" rIns="91440" bIns="0" anchor="ctr" rtlCol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1600" kern="0">
                <a:solidFill>
                  <a:schemeClr val="bg1"/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Author et al., Title, Venue Year</a:t>
            </a:r>
          </a:p>
        </p:txBody>
      </p:sp>
      <p:sp>
        <p:nvSpPr>
          <p:cNvPr id="5" name="header_left"/>
          <p:cNvSpPr>
            <a:spLocks noGrp="1"/>
          </p:cNvSpPr>
          <p:nvPr>
            <p:ph type="body" idx="17" hasCustomPrompt="1"/>
          </p:nvPr>
        </p:nvSpPr>
        <p:spPr>
          <a:xfrm>
            <a:off x="685800" y="2103120"/>
            <a:ext cx="8229600" cy="914400"/>
          </a:xfrm>
          <a:prstGeom prst="rect">
            <a:avLst/>
          </a:prstGeom>
          <a:solidFill>
            <a:schemeClr val="accent1"/>
          </a:solidFill>
        </p:spPr>
        <p:txBody>
          <a:bodyPr wrap="square" lIns="91440" tIns="45720" rIns="91440" bIns="45720" anchor="ctr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2800" kern="0">
                <a:solidFill>
                  <a:schemeClr val="bg1"/>
                </a:solidFill>
                <a:latin typeface="NanumSquareOTF ExtraBold"/>
                <a:ea typeface="NanumSquareOTF ExtraBold"/>
                <a:cs typeface="NanumSquareOTF ExtraBold"/>
              </a:defRPr>
            </a:lvl1pPr>
          </a:lstStyle>
          <a:p>
            <a:r>
              <a:rPr lang="ko-KR" dirty="0"/>
              <a:t>왼쪽 제목</a:t>
            </a:r>
          </a:p>
        </p:txBody>
      </p:sp>
      <p:sp>
        <p:nvSpPr>
          <p:cNvPr id="6" name="body_left"/>
          <p:cNvSpPr>
            <a:spLocks noGrp="1"/>
          </p:cNvSpPr>
          <p:nvPr>
            <p:ph type="body" idx="18" hasCustomPrompt="1"/>
          </p:nvPr>
        </p:nvSpPr>
        <p:spPr>
          <a:xfrm>
            <a:off x="685800" y="3017520"/>
            <a:ext cx="8229600" cy="6355080"/>
          </a:xfrm>
          <a:prstGeom prst="rect">
            <a:avLst/>
          </a:prstGeom>
          <a:ln w="12700">
            <a:solidFill>
              <a:schemeClr val="accent1">
                <a:lumMod val="30000"/>
                <a:lumOff val="70000"/>
              </a:schemeClr>
            </a:solidFill>
          </a:ln>
        </p:spPr>
        <p:txBody>
          <a:bodyPr wrap="square" lIns="365760" tIns="320040" rIns="320040" bIns="274320" anchor="t" rtlCol="0">
            <a:normAutofit/>
          </a:bodyPr>
          <a:lstStyle>
            <a:lvl1pPr marL="502920" indent="-50292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Char char=""/>
              <a:defRPr lang="ko-KR" sz="2600" kern="0">
                <a:solidFill>
                  <a:schemeClr val="tx1"/>
                </a:solidFill>
                <a:latin typeface="NanumSquareOTF"/>
                <a:ea typeface="NanumSquareOTF"/>
                <a:cs typeface="NanumSquareOTF"/>
              </a:defRPr>
            </a:lvl1pPr>
            <a:lvl2pPr marL="1005840" indent="-4572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Char char=""/>
              <a:defRPr lang="ko-KR" sz="24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2pPr>
            <a:lvl3pPr marL="1463040" indent="-36576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Arial" pitchFamily="2" charset="2"/>
              <a:buChar char="–"/>
              <a:defRPr lang="ko-KR" sz="22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3pPr>
          </a:lstStyle>
          <a:p>
            <a:r>
              <a:rPr lang="ko-KR" dirty="0"/>
              <a:t>항목</a:t>
            </a:r>
          </a:p>
        </p:txBody>
      </p:sp>
      <p:sp>
        <p:nvSpPr>
          <p:cNvPr id="7" name="header_right"/>
          <p:cNvSpPr>
            <a:spLocks noGrp="1"/>
          </p:cNvSpPr>
          <p:nvPr>
            <p:ph type="body" idx="19" hasCustomPrompt="1"/>
          </p:nvPr>
        </p:nvSpPr>
        <p:spPr>
          <a:xfrm>
            <a:off x="9372600" y="2103120"/>
            <a:ext cx="8229600" cy="914400"/>
          </a:xfrm>
          <a:prstGeom prst="rect">
            <a:avLst/>
          </a:prstGeom>
          <a:solidFill>
            <a:schemeClr val="accent1"/>
          </a:solidFill>
        </p:spPr>
        <p:txBody>
          <a:bodyPr wrap="square" lIns="91440" tIns="45720" rIns="91440" bIns="45720" anchor="ctr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2800" kern="0">
                <a:solidFill>
                  <a:schemeClr val="bg1"/>
                </a:solidFill>
                <a:latin typeface="NanumSquareOTF ExtraBold"/>
                <a:ea typeface="NanumSquareOTF ExtraBold"/>
                <a:cs typeface="NanumSquareOTF ExtraBold"/>
              </a:defRPr>
            </a:lvl1pPr>
          </a:lstStyle>
          <a:p>
            <a:r>
              <a:rPr lang="ko-KR" dirty="0"/>
              <a:t>오른쪽 제목</a:t>
            </a:r>
          </a:p>
        </p:txBody>
      </p:sp>
      <p:sp>
        <p:nvSpPr>
          <p:cNvPr id="8" name="body_right"/>
          <p:cNvSpPr>
            <a:spLocks noGrp="1"/>
          </p:cNvSpPr>
          <p:nvPr>
            <p:ph type="body" idx="20" hasCustomPrompt="1"/>
          </p:nvPr>
        </p:nvSpPr>
        <p:spPr>
          <a:xfrm>
            <a:off x="9372600" y="3017520"/>
            <a:ext cx="8229600" cy="6355080"/>
          </a:xfrm>
          <a:prstGeom prst="rect">
            <a:avLst/>
          </a:prstGeom>
          <a:ln w="12700">
            <a:solidFill>
              <a:schemeClr val="accent1">
                <a:lumMod val="30000"/>
                <a:lumOff val="70000"/>
              </a:schemeClr>
            </a:solidFill>
          </a:ln>
        </p:spPr>
        <p:txBody>
          <a:bodyPr wrap="square" lIns="365760" tIns="320040" rIns="320040" bIns="274320" anchor="t" rtlCol="0">
            <a:normAutofit/>
          </a:bodyPr>
          <a:lstStyle>
            <a:lvl1pPr marL="502920" indent="-50292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Char char=""/>
              <a:defRPr lang="ko-KR" sz="2600" kern="0">
                <a:solidFill>
                  <a:schemeClr val="tx1"/>
                </a:solidFill>
                <a:latin typeface="NanumSquareOTF"/>
                <a:ea typeface="NanumSquareOTF"/>
                <a:cs typeface="NanumSquareOTF"/>
              </a:defRPr>
            </a:lvl1pPr>
            <a:lvl2pPr marL="1005840" indent="-4572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Char char=""/>
              <a:defRPr lang="ko-KR" sz="24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2pPr>
            <a:lvl3pPr marL="1463040" indent="-36576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Arial" pitchFamily="2" charset="2"/>
              <a:buChar char="–"/>
              <a:defRPr lang="ko-KR" sz="22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3pPr>
          </a:lstStyle>
          <a:p>
            <a:r>
              <a:rPr lang="ko-KR" dirty="0"/>
              <a:t>항목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_Diagram_Band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ection"/>
          <p:cNvSpPr>
            <a:spLocks noGrp="1"/>
          </p:cNvSpPr>
          <p:nvPr>
            <p:ph type="body" idx="10" hasCustomPrompt="1"/>
          </p:nvPr>
        </p:nvSpPr>
        <p:spPr>
          <a:xfrm>
            <a:off x="576072" y="301752"/>
            <a:ext cx="8229600" cy="411480"/>
          </a:xfrm>
          <a:prstGeom prst="rect">
            <a:avLst/>
          </a:prstGeom>
        </p:spPr>
        <p:txBody>
          <a:bodyPr wrap="square" lIns="45720" tIns="0" rIns="45720" bIns="0" anchor="ctr"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22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Section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76072" y="822960"/>
            <a:ext cx="14538960" cy="868680"/>
          </a:xfrm>
          <a:prstGeom prst="rect">
            <a:avLst/>
          </a:prstGeom>
        </p:spPr>
        <p:txBody>
          <a:bodyPr wrap="square" lIns="45720" tIns="0" rIns="45720" bIns="0" anchor="t" rtlCol="0">
            <a:normAutofit/>
          </a:bodyPr>
          <a:lstStyle/>
          <a:p>
            <a:r>
              <a:rPr lang="ko-KR" dirty="0"/>
              <a:t>슬라이드 제목: 한 장의 핵심 메시지</a:t>
            </a:r>
          </a:p>
        </p:txBody>
      </p:sp>
      <p:sp>
        <p:nvSpPr>
          <p:cNvPr id="4" name="source"/>
          <p:cNvSpPr>
            <a:spLocks noGrp="1"/>
          </p:cNvSpPr>
          <p:nvPr>
            <p:ph type="body" idx="11" hasCustomPrompt="1"/>
          </p:nvPr>
        </p:nvSpPr>
        <p:spPr>
          <a:xfrm>
            <a:off x="5852160" y="9838944"/>
            <a:ext cx="10241280" cy="457200"/>
          </a:xfrm>
          <a:prstGeom prst="rect">
            <a:avLst/>
          </a:prstGeom>
        </p:spPr>
        <p:txBody>
          <a:bodyPr wrap="square" lIns="45720" tIns="0" rIns="91440" bIns="0" anchor="ctr" rtlCol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1600" kern="0">
                <a:solidFill>
                  <a:schemeClr val="bg1"/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Author et al., Title, Venue Year</a:t>
            </a:r>
          </a:p>
        </p:txBody>
      </p:sp>
      <p:sp>
        <p:nvSpPr>
          <p:cNvPr id="5" name="band"/>
          <p:cNvSpPr>
            <a:spLocks noGrp="1"/>
          </p:cNvSpPr>
          <p:nvPr>
            <p:ph type="body" idx="12" hasCustomPrompt="1"/>
          </p:nvPr>
        </p:nvSpPr>
        <p:spPr>
          <a:xfrm>
            <a:off x="228600" y="6903720"/>
            <a:ext cx="17830800" cy="2788920"/>
          </a:xfrm>
          <a:prstGeom prst="rect">
            <a:avLst/>
          </a:prstGeom>
          <a:solidFill>
            <a:schemeClr val="accent1">
              <a:lumMod val="8000"/>
              <a:lumOff val="92000"/>
            </a:schemeClr>
          </a:solidFill>
        </p:spPr>
        <p:txBody>
          <a:bodyPr wrap="square" lIns="365760" tIns="137160" rIns="365760" bIns="137160" anchor="ctr" rtlCol="0">
            <a:normAutofit/>
          </a:bodyPr>
          <a:lstStyle>
            <a:lvl1pPr marL="502920" indent="-50292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Char char=""/>
              <a:defRPr lang="ko-KR" sz="3200" kern="0">
                <a:solidFill>
                  <a:schemeClr val="tx1"/>
                </a:solidFill>
                <a:latin typeface="NanumSquareOTF"/>
                <a:ea typeface="NanumSquareOTF"/>
                <a:cs typeface="NanumSquareOTF"/>
              </a:defRPr>
            </a:lvl1pPr>
            <a:lvl2pPr marL="1005840" indent="-4572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Char char=""/>
              <a:defRPr lang="ko-KR" sz="28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2pPr>
            <a:lvl3pPr marL="1463040" indent="-36576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Arial" pitchFamily="2" charset="2"/>
              <a:buChar char="–"/>
              <a:defRPr lang="ko-KR" sz="24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3pPr>
          </a:lstStyle>
          <a:p>
            <a:r>
              <a:rPr lang="ko-KR" dirty="0"/>
              <a:t>핵심 주장을 한 줄로 (명사형 종결)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_Title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ection"/>
          <p:cNvSpPr>
            <a:spLocks noGrp="1"/>
          </p:cNvSpPr>
          <p:nvPr>
            <p:ph type="body" idx="10" hasCustomPrompt="1"/>
          </p:nvPr>
        </p:nvSpPr>
        <p:spPr>
          <a:xfrm>
            <a:off x="576072" y="301752"/>
            <a:ext cx="8229600" cy="411480"/>
          </a:xfrm>
          <a:prstGeom prst="rect">
            <a:avLst/>
          </a:prstGeom>
        </p:spPr>
        <p:txBody>
          <a:bodyPr wrap="square" lIns="45720" tIns="0" rIns="45720" bIns="0" anchor="ctr"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22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Section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76072" y="822960"/>
            <a:ext cx="14538960" cy="868680"/>
          </a:xfrm>
          <a:prstGeom prst="rect">
            <a:avLst/>
          </a:prstGeom>
        </p:spPr>
        <p:txBody>
          <a:bodyPr wrap="square" lIns="45720" tIns="0" rIns="45720" bIns="0" anchor="t" rtlCol="0">
            <a:normAutofit/>
          </a:bodyPr>
          <a:lstStyle/>
          <a:p>
            <a:r>
              <a:rPr lang="ko-KR" dirty="0"/>
              <a:t>슬라이드 제목: 한 장의 핵심 메시지</a:t>
            </a:r>
          </a:p>
        </p:txBody>
      </p:sp>
      <p:sp>
        <p:nvSpPr>
          <p:cNvPr id="4" name="source"/>
          <p:cNvSpPr>
            <a:spLocks noGrp="1"/>
          </p:cNvSpPr>
          <p:nvPr>
            <p:ph type="body" idx="11" hasCustomPrompt="1"/>
          </p:nvPr>
        </p:nvSpPr>
        <p:spPr>
          <a:xfrm>
            <a:off x="5852160" y="9838944"/>
            <a:ext cx="10241280" cy="457200"/>
          </a:xfrm>
          <a:prstGeom prst="rect">
            <a:avLst/>
          </a:prstGeom>
        </p:spPr>
        <p:txBody>
          <a:bodyPr wrap="square" lIns="45720" tIns="0" rIns="91440" bIns="0" anchor="ctr" rtlCol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1600" kern="0">
                <a:solidFill>
                  <a:schemeClr val="bg1"/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Author et al., Title, Venue Year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_Statem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section"/>
          <p:cNvSpPr>
            <a:spLocks noGrp="1"/>
          </p:cNvSpPr>
          <p:nvPr>
            <p:ph type="body" idx="10" hasCustomPrompt="1"/>
          </p:nvPr>
        </p:nvSpPr>
        <p:spPr>
          <a:xfrm>
            <a:off x="576072" y="301752"/>
            <a:ext cx="8229600" cy="411480"/>
          </a:xfrm>
          <a:prstGeom prst="rect">
            <a:avLst/>
          </a:prstGeom>
        </p:spPr>
        <p:txBody>
          <a:bodyPr wrap="square" lIns="45720" tIns="0" rIns="45720" bIns="0" anchor="ctr"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22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Section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76072" y="822960"/>
            <a:ext cx="14538960" cy="868680"/>
          </a:xfrm>
          <a:prstGeom prst="rect">
            <a:avLst/>
          </a:prstGeom>
        </p:spPr>
        <p:txBody>
          <a:bodyPr wrap="square" lIns="45720" tIns="0" rIns="45720" bIns="0" anchor="t" rtlCol="0">
            <a:normAutofit/>
          </a:bodyPr>
          <a:lstStyle/>
          <a:p>
            <a:r>
              <a:rPr lang="ko-KR" dirty="0"/>
              <a:t>슬라이드 제목: 한 장의 핵심 메시지</a:t>
            </a:r>
          </a:p>
        </p:txBody>
      </p:sp>
      <p:sp>
        <p:nvSpPr>
          <p:cNvPr id="4" name="source"/>
          <p:cNvSpPr>
            <a:spLocks noGrp="1"/>
          </p:cNvSpPr>
          <p:nvPr>
            <p:ph type="body" idx="11" hasCustomPrompt="1"/>
          </p:nvPr>
        </p:nvSpPr>
        <p:spPr>
          <a:xfrm>
            <a:off x="5852160" y="9838944"/>
            <a:ext cx="10241280" cy="457200"/>
          </a:xfrm>
          <a:prstGeom prst="rect">
            <a:avLst/>
          </a:prstGeom>
        </p:spPr>
        <p:txBody>
          <a:bodyPr wrap="square" lIns="45720" tIns="0" rIns="91440" bIns="0" anchor="ctr" rtlCol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1600" kern="0">
                <a:solidFill>
                  <a:schemeClr val="bg1"/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Author et al., Title, Venue Year</a:t>
            </a:r>
          </a:p>
        </p:txBody>
      </p:sp>
      <p:sp>
        <p:nvSpPr>
          <p:cNvPr id="5" name="statement"/>
          <p:cNvSpPr>
            <a:spLocks noGrp="1"/>
          </p:cNvSpPr>
          <p:nvPr>
            <p:ph type="body" idx="21" hasCustomPrompt="1"/>
          </p:nvPr>
        </p:nvSpPr>
        <p:spPr>
          <a:xfrm>
            <a:off x="1371600" y="2743200"/>
            <a:ext cx="15544800" cy="2743200"/>
          </a:xfrm>
          <a:prstGeom prst="rect">
            <a:avLst/>
          </a:prstGeom>
        </p:spPr>
        <p:txBody>
          <a:bodyPr wrap="square" lIns="91440" tIns="45720" rIns="91440" bIns="45720" anchor="b" rtlCol="0">
            <a:normAutofit/>
          </a:bodyPr>
          <a:lstStyle>
            <a:lvl1pPr mar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ko-KR" sz="4800" kern="0">
                <a:solidFill>
                  <a:schemeClr val="accent1"/>
                </a:solidFill>
                <a:latin typeface="NanumSquareOTF ExtraBold"/>
                <a:ea typeface="NanumSquareOTF ExtraBold"/>
                <a:cs typeface="NanumSquareOTF ExtraBold"/>
              </a:defRPr>
            </a:lvl1pPr>
          </a:lstStyle>
          <a:p>
            <a:r>
              <a:rPr lang="ko-KR" dirty="0"/>
              <a:t>핵심 질문 또는 한 문장 요약</a:t>
            </a:r>
          </a:p>
        </p:txBody>
      </p:sp>
      <p:sp>
        <p:nvSpPr>
          <p:cNvPr id="6" name="support"/>
          <p:cNvSpPr>
            <a:spLocks noGrp="1"/>
          </p:cNvSpPr>
          <p:nvPr>
            <p:ph type="body" idx="22" hasCustomPrompt="1"/>
          </p:nvPr>
        </p:nvSpPr>
        <p:spPr>
          <a:xfrm>
            <a:off x="2286000" y="5760720"/>
            <a:ext cx="13716000" cy="2743200"/>
          </a:xfrm>
          <a:prstGeom prst="rect">
            <a:avLst/>
          </a:prstGeom>
        </p:spPr>
        <p:txBody>
          <a:bodyPr wrap="square" lIns="91440" tIns="45720" rIns="91440" bIns="45720" anchor="t" rtlCol="0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lang="ko-KR" sz="28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보충 설명 1~2줄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Closin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cxnSp>
        <p:nvCxnSpPr>
          <p:cNvPr id="2" name="line_l"/>
          <p:cNvCxnSpPr/>
          <p:nvPr userDrawn="1"/>
        </p:nvCxnSpPr>
        <p:spPr>
          <a:xfrm>
            <a:off x="457200" y="1024128"/>
            <a:ext cx="6812280" cy="0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3" name="line_r"/>
          <p:cNvCxnSpPr/>
          <p:nvPr userDrawn="1"/>
        </p:nvCxnSpPr>
        <p:spPr>
          <a:xfrm>
            <a:off x="11018520" y="1024128"/>
            <a:ext cx="43434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sp>
        <p:nvSpPr>
          <p:cNvPr id="4" name="date"/>
          <p:cNvSpPr>
            <a:spLocks noGrp="1"/>
          </p:cNvSpPr>
          <p:nvPr>
            <p:ph type="body" idx="10" hasCustomPrompt="1"/>
          </p:nvPr>
        </p:nvSpPr>
        <p:spPr>
          <a:xfrm>
            <a:off x="7360920" y="768096"/>
            <a:ext cx="3566160" cy="512064"/>
          </a:xfrm>
          <a:prstGeom prst="rect">
            <a:avLst/>
          </a:prstGeom>
        </p:spPr>
        <p:txBody>
          <a:bodyPr wrap="square" lIns="91440" tIns="45720" rIns="91440" bIns="45720" anchor="ctr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22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2026년 Q3</a:t>
            </a:r>
          </a:p>
        </p:txBody>
      </p:sp>
      <p:pic>
        <p:nvPicPr>
          <p:cNvPr id="5" name="logo_snu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36240" y="548640"/>
            <a:ext cx="978408" cy="1014984"/>
          </a:xfrm>
          <a:prstGeom prst="rect">
            <a:avLst/>
          </a:prstGeom>
        </p:spPr>
      </p:pic>
      <p:pic>
        <p:nvPicPr>
          <p:cNvPr id="6" name="logo_dsba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42664" y="539496"/>
            <a:ext cx="1170432" cy="1024128"/>
          </a:xfrm>
          <a:prstGeom prst="rect">
            <a:avLst/>
          </a:prstGeom>
        </p:spPr>
      </p:pic>
      <p:sp>
        <p:nvSpPr>
          <p:cNvPr id="7" name="title"/>
          <p:cNvSpPr>
            <a:spLocks noGrp="1"/>
          </p:cNvSpPr>
          <p:nvPr>
            <p:ph type="ctrTitle" hasCustomPrompt="1"/>
          </p:nvPr>
        </p:nvSpPr>
        <p:spPr>
          <a:xfrm>
            <a:off x="3200400" y="3383280"/>
            <a:ext cx="11887200" cy="2103120"/>
          </a:xfrm>
          <a:prstGeom prst="rect">
            <a:avLst/>
          </a:prstGeom>
        </p:spPr>
        <p:txBody>
          <a:bodyPr wrap="square" lIns="91440" tIns="45720" rIns="91440" bIns="45720" anchor="b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8800" kern="0">
                <a:solidFill>
                  <a:schemeClr val="accent1"/>
                </a:solidFill>
                <a:latin typeface="NanumSquareOTF ExtraBold"/>
                <a:ea typeface="NanumSquareOTF ExtraBold"/>
                <a:cs typeface="NanumSquareOTF ExtraBold"/>
              </a:defRPr>
            </a:lvl1pPr>
          </a:lstStyle>
          <a:p>
            <a:r>
              <a:rPr lang="ko-KR" dirty="0"/>
              <a:t>감사합니다</a:t>
            </a:r>
          </a:p>
        </p:txBody>
      </p:sp>
      <p:sp>
        <p:nvSpPr>
          <p:cNvPr id="8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200400" y="5760720"/>
            <a:ext cx="11887200" cy="822960"/>
          </a:xfrm>
          <a:prstGeom prst="rect">
            <a:avLst/>
          </a:prstGeom>
        </p:spPr>
        <p:txBody>
          <a:bodyPr wrap="square" lIns="91440" tIns="45720" rIns="91440" bIns="45720" anchor="t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26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1pPr>
          </a:lstStyle>
          <a:p>
            <a:r>
              <a:rPr lang="ko-KR" dirty="0"/>
              <a:t>Papers You Should Read · 2026 Q3</a:t>
            </a:r>
          </a:p>
        </p:txBody>
      </p:sp>
      <p:sp>
        <p:nvSpPr>
          <p:cNvPr id="9" name="footer_bar"/>
          <p:cNvSpPr/>
          <p:nvPr userDrawn="1"/>
        </p:nvSpPr>
        <p:spPr>
          <a:xfrm>
            <a:off x="0" y="9820656"/>
            <a:ext cx="18288000" cy="4663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0">
  <p:cSld name="Gu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accent_bar"/>
          <p:cNvSpPr/>
          <p:nvPr userDrawn="1"/>
        </p:nvSpPr>
        <p:spPr>
          <a:xfrm>
            <a:off x="685800" y="822960"/>
            <a:ext cx="73152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1005840" y="777240"/>
            <a:ext cx="13258800" cy="822960"/>
          </a:xfrm>
          <a:prstGeom prst="rect">
            <a:avLst/>
          </a:prstGeom>
        </p:spPr>
        <p:txBody>
          <a:bodyPr wrap="square" lIns="45720" tIns="0" rIns="45720" bIns="0" anchor="ctr"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ko-KR" sz="3600" kern="0">
                <a:solidFill>
                  <a:schemeClr val="accent1"/>
                </a:solidFill>
                <a:latin typeface="NanumSquareOTF ExtraBold"/>
                <a:ea typeface="NanumSquareOTF ExtraBold"/>
                <a:cs typeface="NanumSquareOTF ExtraBold"/>
              </a:defRPr>
            </a:lvl1pPr>
          </a:lstStyle>
          <a:p>
            <a:r>
              <a:rPr lang="ko-KR" dirty="0"/>
              <a:t>가이드 제목</a:t>
            </a:r>
          </a:p>
        </p:txBody>
      </p:sp>
      <p:sp>
        <p:nvSpPr>
          <p:cNvPr id="4" name="tag"/>
          <p:cNvSpPr txBox="1"/>
          <p:nvPr userDrawn="1"/>
        </p:nvSpPr>
        <p:spPr>
          <a:xfrm>
            <a:off x="14447520" y="914400"/>
            <a:ext cx="3154680" cy="548640"/>
          </a:xfrm>
          <a:prstGeom prst="rect">
            <a:avLst/>
          </a:prstGeom>
          <a:noFill/>
        </p:spPr>
        <p:txBody>
          <a:bodyPr wrap="square" lIns="45720" tIns="0" rIns="45720" bIns="0" anchor="ctr" rtlCol="0">
            <a:noAutofit/>
          </a:bodyPr>
          <a:lstStyle/>
          <a:p>
            <a:pPr algn="r"/>
            <a:r>
              <a:rPr lang="ko-KR" sz="1600" dirty="0">
                <a:solidFill>
                  <a:schemeClr val="accent2"/>
                </a:solidFill>
                <a:latin typeface="NanumSquareOTF"/>
                <a:ea typeface="NanumSquareOTF"/>
                <a:cs typeface="NanumSquareOTF"/>
              </a:rPr>
              <a:t>숨김 가이드 · 발표에 나오지 않음</a:t>
            </a:r>
          </a:p>
        </p:txBody>
      </p:sp>
      <p:cxnSp>
        <p:nvCxnSpPr>
          <p:cNvPr id="5" name="rule"/>
          <p:cNvCxnSpPr/>
          <p:nvPr userDrawn="1"/>
        </p:nvCxnSpPr>
        <p:spPr>
          <a:xfrm>
            <a:off x="685800" y="1783080"/>
            <a:ext cx="16916400" cy="0"/>
          </a:xfrm>
          <a:prstGeom prst="line">
            <a:avLst/>
          </a:prstGeom>
          <a:ln w="12700">
            <a:solidFill>
              <a:schemeClr val="accent1">
                <a:lumMod val="25000"/>
                <a:lumOff val="75000"/>
              </a:schemeClr>
            </a:solidFill>
          </a:ln>
        </p:spPr>
      </p:cxnSp>
      <p:sp>
        <p:nvSpPr>
          <p:cNvPr id="6" name="body"/>
          <p:cNvSpPr>
            <a:spLocks noGrp="1"/>
          </p:cNvSpPr>
          <p:nvPr>
            <p:ph type="body" idx="1" hasCustomPrompt="1"/>
          </p:nvPr>
        </p:nvSpPr>
        <p:spPr>
          <a:xfrm>
            <a:off x="1005840" y="2103120"/>
            <a:ext cx="16367760" cy="7498080"/>
          </a:xfrm>
          <a:prstGeom prst="rect">
            <a:avLst/>
          </a:prstGeom>
        </p:spPr>
        <p:txBody>
          <a:bodyPr wrap="square" lIns="91440" tIns="45720" rIns="91440" bIns="45720" anchor="t" rtlCol="0">
            <a:normAutofit/>
          </a:bodyPr>
          <a:lstStyle>
            <a:lvl1pPr marL="502920" indent="-50292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Char char=""/>
              <a:defRPr lang="ko-KR" sz="2400" kern="0">
                <a:solidFill>
                  <a:schemeClr val="tx1"/>
                </a:solidFill>
                <a:latin typeface="NanumSquareOTF"/>
                <a:ea typeface="NanumSquareOTF"/>
                <a:cs typeface="NanumSquareOTF"/>
              </a:defRPr>
            </a:lvl1pPr>
            <a:lvl2pPr marL="1005840" indent="-457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Char char=""/>
              <a:defRPr lang="ko-KR" sz="21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2pPr>
            <a:lvl3pPr marL="1463040" indent="-36576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Arial" pitchFamily="2" charset="2"/>
              <a:buChar char="–"/>
              <a:defRPr lang="ko-KR" sz="1900" kern="0">
                <a:solidFill>
                  <a:schemeClr val="tx1">
                    <a:lumMod val="75000"/>
                    <a:lumOff val="25000"/>
                  </a:schemeClr>
                </a:solidFill>
                <a:latin typeface="NanumSquareOTF"/>
                <a:ea typeface="NanumSquareOTF"/>
                <a:cs typeface="NanumSquareOTF"/>
              </a:defRPr>
            </a:lvl3pPr>
          </a:lstStyle>
          <a:p>
            <a:r>
              <a:rPr lang="ko-KR" dirty="0"/>
              <a:t>내용</a:t>
            </a:r>
          </a:p>
        </p:txBody>
      </p:sp>
      <p:sp>
        <p:nvSpPr>
          <p:cNvPr id="7" name="footer_bar"/>
          <p:cNvSpPr/>
          <p:nvPr userDrawn="1"/>
        </p:nvSpPr>
        <p:spPr>
          <a:xfrm>
            <a:off x="0" y="9820656"/>
            <a:ext cx="18288000" cy="4663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image" Target="../media/image4.png"/><Relationship Id="rId15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accent_bar"/>
          <p:cNvSpPr/>
          <p:nvPr userDrawn="1"/>
        </p:nvSpPr>
        <p:spPr>
          <a:xfrm>
            <a:off x="388620" y="237744"/>
            <a:ext cx="45720" cy="13990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pic>
        <p:nvPicPr>
          <p:cNvPr id="3" name="logo_kiie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5471648" y="384048"/>
            <a:ext cx="1243584" cy="1005840"/>
          </a:xfrm>
          <a:prstGeom prst="rect">
            <a:avLst/>
          </a:prstGeom>
        </p:spPr>
      </p:pic>
      <p:pic>
        <p:nvPicPr>
          <p:cNvPr id="4" name="logo_dsba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6824960" y="384048"/>
            <a:ext cx="1152144" cy="1005840"/>
          </a:xfrm>
          <a:prstGeom prst="rect">
            <a:avLst/>
          </a:prstGeom>
        </p:spPr>
      </p:pic>
      <p:sp>
        <p:nvSpPr>
          <p:cNvPr id="5" name="footer_bar"/>
          <p:cNvSpPr/>
          <p:nvPr userDrawn="1"/>
        </p:nvSpPr>
        <p:spPr>
          <a:xfrm>
            <a:off x="0" y="9820656"/>
            <a:ext cx="18288000" cy="4663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footer_text"/>
          <p:cNvSpPr txBox="1"/>
          <p:nvPr userDrawn="1"/>
        </p:nvSpPr>
        <p:spPr>
          <a:xfrm>
            <a:off x="91440" y="9838944"/>
            <a:ext cx="5760720" cy="457200"/>
          </a:xfrm>
          <a:prstGeom prst="rect">
            <a:avLst/>
          </a:prstGeom>
          <a:noFill/>
        </p:spPr>
        <p:txBody>
          <a:bodyPr wrap="square" lIns="45720" tIns="0" rIns="45720" bIns="0" anchor="ctr" rtlCol="0">
            <a:noAutofit/>
          </a:bodyPr>
          <a:lstStyle/>
          <a:p>
            <a:pPr algn="l"/>
            <a:r>
              <a:rPr sz="2000">
                <a:solidFill>
                  <a:schemeClr val="bg1"/>
                </a:solidFill>
              </a:rPr>
              <a:t>Papers You Should Read  ·  DSBA Lab</a:t>
            </a:r>
          </a:p>
        </p:txBody>
      </p:sp>
      <p:sp>
        <p:nvSpPr>
          <p:cNvPr id="7" name="slide_number"/>
          <p:cNvSpPr txBox="1"/>
          <p:nvPr userDrawn="1"/>
        </p:nvSpPr>
        <p:spPr>
          <a:xfrm>
            <a:off x="16184880" y="9838944"/>
            <a:ext cx="1920240" cy="457200"/>
          </a:xfrm>
          <a:prstGeom prst="rect">
            <a:avLst/>
          </a:prstGeom>
          <a:noFill/>
        </p:spPr>
        <p:txBody>
          <a:bodyPr wrap="square" lIns="45720" tIns="0" rIns="45720" bIns="0" anchor="ctr" rtlCol="0">
            <a:noAutofit/>
          </a:bodyPr>
          <a:lstStyle/>
          <a:p>
            <a:pPr algn="r"/>
            <a:fld id="{B6F15528-21DE-4FAA-801E-634DDDAF4B2B}" type="slidenum">
              <a:rPr lang="ko-KR" sz="2200" dirty="0">
                <a:solidFill>
                  <a:schemeClr val="bg1"/>
                </a:solidFill>
                <a:latin typeface="NanumSquareOTF"/>
                <a:ea typeface="NanumSquareOTF"/>
                <a:cs typeface="NanumSquareOTF"/>
              </a:rPr>
              <a:t>‹#›</a:t>
            </a:fld>
          </a:p>
        </p:txBody>
      </p:sp>
      <p:sp>
        <p:nvSpPr>
          <p:cNvPr id="8" name="title"/>
          <p:cNvSpPr>
            <a:spLocks noGrp="1"/>
          </p:cNvSpPr>
          <p:nvPr>
            <p:ph type="title" hasCustomPrompt="1"/>
          </p:nvPr>
        </p:nvSpPr>
        <p:spPr>
          <a:xfrm>
            <a:off x="576072" y="822960"/>
            <a:ext cx="14538960" cy="868680"/>
          </a:xfrm>
          <a:prstGeom prst="rect">
            <a:avLst/>
          </a:prstGeom>
        </p:spPr>
        <p:txBody>
          <a:bodyPr wrap="square" lIns="45720" tIns="0" rIns="45720" bIns="0" anchor="t" rtlCol="0">
            <a:normAutofit/>
          </a:bodyPr>
          <a:lstStyle/>
          <a:p>
            <a:r>
              <a:rPr lang="ko-KR" dirty="0"/>
              <a:t>마스터 제목 스타일</a:t>
            </a:r>
          </a:p>
        </p:txBody>
      </p:sp>
      <p:sp>
        <p:nvSpPr>
          <p:cNvPr id="9" name="body"/>
          <p:cNvSpPr>
            <a:spLocks noGrp="1"/>
          </p:cNvSpPr>
          <p:nvPr>
            <p:ph type="body" idx="1" hasCustomPrompt="1"/>
          </p:nvPr>
        </p:nvSpPr>
        <p:spPr>
          <a:xfrm>
            <a:off x="685800" y="2057400"/>
            <a:ext cx="16916400" cy="7498080"/>
          </a:xfrm>
          <a:prstGeom prst="rect">
            <a:avLst/>
          </a:prstGeom>
        </p:spPr>
        <p:txBody>
          <a:bodyPr wrap="square" lIns="91440" tIns="45720" rIns="91440" bIns="45720" anchor="t" rtlCol="0">
            <a:normAutofit/>
          </a:bodyPr>
          <a:lstStyle/>
          <a:p>
            <a:r>
              <a:rPr lang="ko-KR" dirty="0"/>
              <a:t>마스터 본문 스타일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"/>
    <p:sldLayoutId id="2147483660" r:id="rId13"/>
  </p:sldLayoutIdLst>
  <p:hf hdr="0" ftr="0" dt="0"/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lang="ko-KR" sz="4400" kern="0">
          <a:solidFill>
            <a:schemeClr val="accent1"/>
          </a:solidFill>
          <a:latin typeface="NanumSquareOTF ExtraBold"/>
          <a:ea typeface="NanumSquareOTF ExtraBold"/>
          <a:cs typeface="NanumSquareOTF ExtraBold"/>
        </a:defRPr>
      </a:lvl1pPr>
    </p:titleStyle>
    <p:bodyStyle>
      <a:lvl1pPr marL="502920" indent="-502920" algn="l">
        <a:lnSpc>
          <a:spcPct val="130000"/>
        </a:lnSpc>
        <a:spcBef>
          <a:spcPts val="600"/>
        </a:spcBef>
        <a:spcAft>
          <a:spcPts val="0"/>
        </a:spcAft>
        <a:buClr>
          <a:schemeClr val="accent1"/>
        </a:buClr>
        <a:buSzPct val="90000"/>
        <a:buFont typeface="Wingdings" pitchFamily="2" charset="2"/>
        <a:buChar char=""/>
        <a:defRPr lang="ko-KR" sz="3200" kern="0">
          <a:solidFill>
            <a:schemeClr val="tx1"/>
          </a:solidFill>
          <a:latin typeface="NanumSquareOTF"/>
          <a:ea typeface="NanumSquareOTF"/>
          <a:cs typeface="NanumSquareOTF"/>
        </a:defRPr>
      </a:lvl1pPr>
      <a:lvl2pPr marL="1005840" indent="-457200" algn="l">
        <a:lnSpc>
          <a:spcPct val="130000"/>
        </a:lnSpc>
        <a:spcBef>
          <a:spcPts val="600"/>
        </a:spcBef>
        <a:spcAft>
          <a:spcPts val="0"/>
        </a:spcAft>
        <a:buClr>
          <a:schemeClr val="accent1"/>
        </a:buClr>
        <a:buSzPct val="90000"/>
        <a:buFont typeface="Wingdings" pitchFamily="2" charset="2"/>
        <a:buChar char=""/>
        <a:defRPr lang="ko-KR" sz="2800" kern="0">
          <a:solidFill>
            <a:schemeClr val="tx1">
              <a:lumMod val="75000"/>
              <a:lumOff val="25000"/>
            </a:schemeClr>
          </a:solidFill>
          <a:latin typeface="NanumSquareOTF"/>
          <a:ea typeface="NanumSquareOTF"/>
          <a:cs typeface="NanumSquareOTF"/>
        </a:defRPr>
      </a:lvl2pPr>
      <a:lvl3pPr marL="1463040" indent="-365760" algn="l">
        <a:lnSpc>
          <a:spcPct val="130000"/>
        </a:lnSpc>
        <a:spcBef>
          <a:spcPts val="600"/>
        </a:spcBef>
        <a:spcAft>
          <a:spcPts val="0"/>
        </a:spcAft>
        <a:buClr>
          <a:schemeClr val="accent1"/>
        </a:buClr>
        <a:buSzPct val="90000"/>
        <a:buFont typeface="Arial" pitchFamily="2" charset="2"/>
        <a:buChar char="–"/>
        <a:defRPr lang="ko-KR" sz="2400" kern="0">
          <a:solidFill>
            <a:schemeClr val="tx1">
              <a:lumMod val="75000"/>
              <a:lumOff val="25000"/>
            </a:schemeClr>
          </a:solidFill>
          <a:latin typeface="NanumSquareOTF"/>
          <a:ea typeface="NanumSquareOTF"/>
          <a:cs typeface="NanumSquareOTF"/>
        </a:defRPr>
      </a:lvl3pPr>
      <a:lvl4pPr marL="1828800" indent="0" algn="l">
        <a:lnSpc>
          <a:spcPct val="100000"/>
        </a:lnSpc>
        <a:spcBef>
          <a:spcPts val="0"/>
        </a:spcBef>
        <a:spcAft>
          <a:spcPts val="0"/>
        </a:spcAft>
        <a:buNone/>
        <a:defRPr lang="ko-KR" sz="2000" kern="0">
          <a:solidFill>
            <a:schemeClr val="tx1">
              <a:lumMod val="75000"/>
              <a:lumOff val="25000"/>
            </a:schemeClr>
          </a:solidFill>
          <a:latin typeface="NanumSquareOTF"/>
          <a:ea typeface="NanumSquareOTF"/>
          <a:cs typeface="NanumSquareOTF"/>
        </a:defRPr>
      </a:lvl4pPr>
      <a:lvl5pPr marL="2194560" indent="0" algn="l">
        <a:lnSpc>
          <a:spcPct val="100000"/>
        </a:lnSpc>
        <a:spcBef>
          <a:spcPts val="0"/>
        </a:spcBef>
        <a:spcAft>
          <a:spcPts val="0"/>
        </a:spcAft>
        <a:buNone/>
        <a:defRPr lang="ko-KR" sz="2000" kern="0">
          <a:solidFill>
            <a:schemeClr val="tx1">
              <a:lumMod val="75000"/>
              <a:lumOff val="25000"/>
            </a:schemeClr>
          </a:solidFill>
          <a:latin typeface="NanumSquareOTF"/>
          <a:ea typeface="NanumSquareOTF"/>
          <a:cs typeface="NanumSquareOTF"/>
        </a:defRPr>
      </a:lvl5pPr>
      <a:lvl6pPr marL="2560320" indent="0" algn="l">
        <a:lnSpc>
          <a:spcPct val="100000"/>
        </a:lnSpc>
        <a:spcBef>
          <a:spcPts val="0"/>
        </a:spcBef>
        <a:spcAft>
          <a:spcPts val="0"/>
        </a:spcAft>
        <a:buNone/>
        <a:defRPr lang="ko-KR" sz="2000" kern="0">
          <a:solidFill>
            <a:schemeClr val="tx1">
              <a:lumMod val="75000"/>
              <a:lumOff val="25000"/>
            </a:schemeClr>
          </a:solidFill>
          <a:latin typeface="NanumSquareOTF"/>
          <a:ea typeface="NanumSquareOTF"/>
          <a:cs typeface="NanumSquareOTF"/>
        </a:defRPr>
      </a:lvl6pPr>
      <a:lvl7pPr marL="2926080" indent="0" algn="l">
        <a:lnSpc>
          <a:spcPct val="100000"/>
        </a:lnSpc>
        <a:spcBef>
          <a:spcPts val="0"/>
        </a:spcBef>
        <a:spcAft>
          <a:spcPts val="0"/>
        </a:spcAft>
        <a:buNone/>
        <a:defRPr lang="ko-KR" sz="2000" kern="0">
          <a:solidFill>
            <a:schemeClr val="tx1">
              <a:lumMod val="75000"/>
              <a:lumOff val="25000"/>
            </a:schemeClr>
          </a:solidFill>
          <a:latin typeface="NanumSquareOTF"/>
          <a:ea typeface="NanumSquareOTF"/>
          <a:cs typeface="NanumSquareOTF"/>
        </a:defRPr>
      </a:lvl7pPr>
      <a:lvl8pPr marL="3291840" indent="0" algn="l">
        <a:lnSpc>
          <a:spcPct val="100000"/>
        </a:lnSpc>
        <a:spcBef>
          <a:spcPts val="0"/>
        </a:spcBef>
        <a:spcAft>
          <a:spcPts val="0"/>
        </a:spcAft>
        <a:buNone/>
        <a:defRPr lang="ko-KR" sz="2000" kern="0">
          <a:solidFill>
            <a:schemeClr val="tx1">
              <a:lumMod val="75000"/>
              <a:lumOff val="25000"/>
            </a:schemeClr>
          </a:solidFill>
          <a:latin typeface="NanumSquareOTF"/>
          <a:ea typeface="NanumSquareOTF"/>
          <a:cs typeface="NanumSquareOTF"/>
        </a:defRPr>
      </a:lvl8pPr>
      <a:lvl9pPr marL="3657600" indent="0" algn="l">
        <a:lnSpc>
          <a:spcPct val="100000"/>
        </a:lnSpc>
        <a:spcBef>
          <a:spcPts val="0"/>
        </a:spcBef>
        <a:spcAft>
          <a:spcPts val="0"/>
        </a:spcAft>
        <a:buNone/>
        <a:defRPr lang="ko-KR" sz="2000" kern="0">
          <a:solidFill>
            <a:schemeClr val="tx1">
              <a:lumMod val="75000"/>
              <a:lumOff val="25000"/>
            </a:schemeClr>
          </a:solidFill>
          <a:latin typeface="NanumSquareOTF"/>
          <a:ea typeface="NanumSquareOTF"/>
          <a:cs typeface="NanumSquareOTF"/>
        </a:defRPr>
      </a:lvl9pPr>
    </p:bodyStyle>
    <p:other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lang="ko-KR" sz="1800" kern="0">
          <a:solidFill>
            <a:schemeClr val="tx1"/>
          </a:solidFill>
          <a:latin typeface="NanumSquareOTF"/>
          <a:ea typeface="NanumSquareOTF"/>
          <a:cs typeface="NanumSquareOTF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이 템플릿은 research-slides 스킬로 작성합니다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Claude에게: 이 파일로 발표 자료를 만들거나 고칠 때는 </a:t>
            </a:r>
            <a:r>
              <a:rPr b="1">
                <a:solidFill>
                  <a:schemeClr val="accent2"/>
                </a:solidFill>
              </a:rPr>
              <a:t>research-slides 스킬</a:t>
            </a:r>
            <a:r>
              <a:t>을 사용할 것</a:t>
            </a:r>
          </a:p>
          <a:p>
            <a:pPr lvl="1"/>
            <a:r>
              <a:t>SKILL.md를 먼저 읽고 scripts/build_deck.py로 생성 → scripts/render_check.py로 검토</a:t>
            </a:r>
          </a:p>
          <a:p>
            <a:pPr lvl="1"/>
            <a:r>
              <a:t>스킬이 없으면 GitHub의 research-slides repo를 받아 사용</a:t>
            </a:r>
          </a:p>
          <a:p>
            <a:pPr/>
            <a:r>
              <a:t>도형을 복사해서 옮기지 않음: 레이아웃을 고르고 placeholder 역할(title, figure, band …)을 채움</a:t>
            </a:r>
          </a:p>
          <a:p>
            <a:pPr/>
            <a:r>
              <a:t>템플릿 자체를 바꿀 때는 scripts/make_template.py와 rs_style.py를 수정한 뒤 다시 생성</a:t>
            </a:r>
          </a:p>
          <a:p>
            <a:pPr lvl="1"/>
            <a:r>
              <a:t>이 파일을 PowerPoint에서 직접 고치면 스킬의 레이아웃 정의와 어긋남</a:t>
            </a:r>
          </a:p>
          <a:p>
            <a:pPr/>
            <a:r>
              <a:t>숨김 가이드 슬라이드는 슬라이드 쇼·영상 녹화에 나오지 않음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색상 체계 — Pantone 기반 팔레트 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차분한 네이비를 축으로, 역할이 있을 때만 다른 색을 사용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108960"/>
            <a:ext cx="1371600" cy="13716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39" y="4572000"/>
            <a:ext cx="2468880" cy="1097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600">
                <a:solidFill>
                  <a:schemeClr val="tx1"/>
                </a:solidFill>
              </a:rPr>
              <a:t>구조 · accent1</a:t>
            </a:r>
          </a:p>
          <a:p>
            <a:pPr algn="l"/>
            <a:r>
              <a:rPr b="0" sz="1600">
                <a:solidFill>
                  <a:schemeClr val="tx1"/>
                </a:solidFill>
              </a:rPr>
              <a:t>Navy Peony 19-4029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3108960"/>
            <a:ext cx="1371600" cy="13716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9" y="4572000"/>
            <a:ext cx="2468880" cy="1097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600">
                <a:solidFill>
                  <a:schemeClr val="tx1"/>
                </a:solidFill>
              </a:rPr>
              <a:t>핵심 강조 · accent2</a:t>
            </a:r>
          </a:p>
          <a:p>
            <a:pPr algn="l"/>
            <a:r>
              <a:rPr b="0" sz="1600">
                <a:solidFill>
                  <a:schemeClr val="tx1"/>
                </a:solidFill>
              </a:rPr>
              <a:t>Dusty Cedar 18-1630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108960"/>
            <a:ext cx="1371600" cy="13716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4572000"/>
            <a:ext cx="2468880" cy="1097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600">
                <a:solidFill>
                  <a:schemeClr val="tx1"/>
                </a:solidFill>
              </a:rPr>
              <a:t>보조 · accent3</a:t>
            </a:r>
          </a:p>
          <a:p>
            <a:pPr algn="l"/>
            <a:r>
              <a:rPr b="0" sz="1600">
                <a:solidFill>
                  <a:schemeClr val="tx1"/>
                </a:solidFill>
              </a:rPr>
              <a:t>Provence 16-4032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3108960"/>
            <a:ext cx="1371600" cy="1371600"/>
          </a:xfrm>
          <a:prstGeom prst="roundRect">
            <a:avLst>
              <a:gd name="adj" fmla="val 12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4572000"/>
            <a:ext cx="2468880" cy="1097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600">
                <a:solidFill>
                  <a:schemeClr val="tx1"/>
                </a:solidFill>
              </a:rPr>
              <a:t>검증·정답 · accent4</a:t>
            </a:r>
          </a:p>
          <a:p>
            <a:pPr algn="l"/>
            <a:r>
              <a:rPr b="0" sz="1600">
                <a:solidFill>
                  <a:schemeClr val="tx1"/>
                </a:solidFill>
              </a:rPr>
              <a:t>Aqua Sky 14-4811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704320" y="3108960"/>
            <a:ext cx="1371600" cy="13716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0" y="4572000"/>
            <a:ext cx="2468880" cy="1097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600">
                <a:solidFill>
                  <a:schemeClr val="tx1"/>
                </a:solidFill>
              </a:rPr>
              <a:t>낮은 우선 · accent5</a:t>
            </a:r>
          </a:p>
          <a:p>
            <a:pPr algn="l"/>
            <a:r>
              <a:rPr b="0" sz="1600">
                <a:solidFill>
                  <a:schemeClr val="tx1"/>
                </a:solidFill>
              </a:rPr>
              <a:t>Mimosa 14-0848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356080" y="3108960"/>
            <a:ext cx="1371600" cy="1371600"/>
          </a:xfrm>
          <a:prstGeom prst="roundRect">
            <a:avLst>
              <a:gd name="adj" fmla="val 12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64640" y="4572000"/>
            <a:ext cx="2468880" cy="1097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600">
                <a:solidFill>
                  <a:schemeClr val="tx1"/>
                </a:solidFill>
              </a:rPr>
              <a:t>중립 · accent6</a:t>
            </a:r>
          </a:p>
          <a:p>
            <a:pPr algn="l"/>
            <a:r>
              <a:rPr b="0" sz="1600">
                <a:solidFill>
                  <a:schemeClr val="tx1"/>
                </a:solidFill>
              </a:rPr>
              <a:t>Ultimate Gray 17-5104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583680"/>
            <a:ext cx="16002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2200">
                <a:solidFill>
                  <a:schemeClr val="tx1"/>
                </a:solidFill>
              </a:rPr>
              <a:t>본문은 #262626, 보조 텍스트는 tx1 75%, 채움은 각 색의 8~35% 틴트만 사용</a:t>
            </a:r>
          </a:p>
          <a:p>
            <a:pPr algn="l"/>
            <a:r>
              <a:rPr b="0" sz="2200">
                <a:solidFill>
                  <a:schemeClr val="tx1"/>
                </a:solidFill>
              </a:rPr>
              <a:t>모든 색은 테마 색으로 지정되어 있어, 테마 색만 바꾸면 전체 덱이 함께 바뀜</a:t>
            </a:r>
          </a:p>
          <a:p>
            <a:pPr algn="l"/>
            <a:r>
              <a:rPr b="0" sz="2200">
                <a:solidFill>
                  <a:schemeClr val="tx1"/>
                </a:solidFill>
              </a:rPr>
              <a:t>hex는 Pantone TCX의 sRGB 근사값이며 화면 표시용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도형 규칙 — 같은 종류는 같은 색, 역할이 있을 때만 다른 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도형은 색이 아니라 종류(kind)로 고름. 한 슬라이드의 강조(key·emph)는 1~2개까지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017520"/>
            <a:ext cx="3474720" cy="1097280"/>
          </a:xfrm>
          <a:prstGeom prst="roundRect">
            <a:avLst>
              <a:gd name="adj" fmla="val 11666"/>
            </a:avLst>
          </a:prstGeom>
          <a:solidFill>
            <a:schemeClr val="accent1">
              <a:lumMod val="12000"/>
              <a:lumOff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b="1" sz="2400">
                <a:solidFill>
                  <a:schemeClr val="accent1"/>
                </a:solidFill>
              </a:rPr>
              <a:t>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3474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600">
                <a:solidFill>
                  <a:schemeClr val="tx1">
                    <a:lumMod val="75000"/>
                    <a:lumOff val="25000"/>
                  </a:schemeClr>
                </a:solidFill>
              </a:rPr>
              <a:t>일반 모듈·단계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3017520"/>
            <a:ext cx="3474720" cy="1097280"/>
          </a:xfrm>
          <a:prstGeom prst="roundRect">
            <a:avLst>
              <a:gd name="adj" fmla="val 116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b="1" sz="2400">
                <a:solidFill>
                  <a:schemeClr val="bg1"/>
                </a:solidFill>
              </a:rPr>
              <a:t>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4206240"/>
            <a:ext cx="3474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600">
                <a:solidFill>
                  <a:schemeClr val="tx1">
                    <a:lumMod val="75000"/>
                    <a:lumOff val="25000"/>
                  </a:schemeClr>
                </a:solidFill>
              </a:rPr>
              <a:t>논문이 제안한 핵심 요소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3017520"/>
            <a:ext cx="3474720" cy="1097280"/>
          </a:xfrm>
          <a:prstGeom prst="roundRect">
            <a:avLst>
              <a:gd name="adj" fmla="val 11666"/>
            </a:avLst>
          </a:prstGeom>
          <a:solidFill>
            <a:schemeClr val="bg1"/>
          </a:solidFill>
          <a:ln w="317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b="1" sz="2400">
                <a:solidFill>
                  <a:schemeClr val="accent2"/>
                </a:solidFill>
              </a:rPr>
              <a:t>emph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4206240"/>
            <a:ext cx="3474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600">
                <a:solidFill>
                  <a:schemeClr val="tx1">
                    <a:lumMod val="75000"/>
                    <a:lumOff val="25000"/>
                  </a:schemeClr>
                </a:solidFill>
              </a:rPr>
              <a:t>문제점·한계·핵심 주장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167360" y="3017520"/>
            <a:ext cx="3474720" cy="1097280"/>
          </a:xfrm>
          <a:prstGeom prst="roundRect">
            <a:avLst>
              <a:gd name="adj" fmla="val 11666"/>
            </a:avLst>
          </a:prstGeom>
          <a:solidFill>
            <a:schemeClr val="accent4">
              <a:lumMod val="35000"/>
              <a:lumOff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b="1" sz="2400">
                <a:solidFill>
                  <a:schemeClr val="accent1"/>
                </a:solidFill>
              </a:rPr>
              <a:t>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0" y="4206240"/>
            <a:ext cx="3474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600">
                <a:solidFill>
                  <a:schemeClr val="tx1">
                    <a:lumMod val="75000"/>
                    <a:lumOff val="25000"/>
                  </a:schemeClr>
                </a:solidFill>
              </a:rPr>
              <a:t>검증 통과·정답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5486400"/>
            <a:ext cx="3474720" cy="1097280"/>
          </a:xfrm>
          <a:prstGeom prst="roundRect">
            <a:avLst>
              <a:gd name="adj" fmla="val 11666"/>
            </a:avLst>
          </a:prstGeom>
          <a:solidFill>
            <a:schemeClr val="accent5">
              <a:lumMod val="30000"/>
              <a:lumOff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b="0" sz="2400">
                <a:solidFill>
                  <a:schemeClr val="tx1">
                    <a:lumMod val="75000"/>
                    <a:lumOff val="25000"/>
                  </a:schemeClr>
                </a:solidFill>
              </a:rPr>
              <a:t>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6675120"/>
            <a:ext cx="3474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600">
                <a:solidFill>
                  <a:schemeClr val="tx1">
                    <a:lumMod val="75000"/>
                    <a:lumOff val="25000"/>
                  </a:schemeClr>
                </a:solidFill>
              </a:rPr>
              <a:t>참고·낮은 우선순위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5486400"/>
            <a:ext cx="3474720" cy="1097280"/>
          </a:xfrm>
          <a:prstGeom prst="roundRect">
            <a:avLst>
              <a:gd name="adj" fmla="val 11666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b="0" sz="2400">
                <a:solidFill>
                  <a:schemeClr val="tx1">
                    <a:lumMod val="75000"/>
                    <a:lumOff val="25000"/>
                  </a:schemeClr>
                </a:solidFill>
              </a:rPr>
              <a:t>muted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6675120"/>
            <a:ext cx="3474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600">
                <a:solidFill>
                  <a:schemeClr val="tx1">
                    <a:lumMod val="75000"/>
                    <a:lumOff val="25000"/>
                  </a:schemeClr>
                </a:solidFill>
              </a:rPr>
              <a:t>baseline·비활성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5486400"/>
            <a:ext cx="3474720" cy="1097280"/>
          </a:xfrm>
          <a:prstGeom prst="roundRect">
            <a:avLst>
              <a:gd name="adj" fmla="val 11666"/>
            </a:avLst>
          </a:prstGeom>
          <a:solidFill>
            <a:schemeClr val="bg1"/>
          </a:solidFill>
          <a:ln w="15875">
            <a:solidFill>
              <a:schemeClr val="accent1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b="0" sz="2400">
                <a:solidFill>
                  <a:schemeClr val="tx1"/>
                </a:solidFill>
              </a:rPr>
              <a:t>outline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675120"/>
            <a:ext cx="3474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600">
                <a:solidFill>
                  <a:schemeClr val="tx1">
                    <a:lumMod val="75000"/>
                    <a:lumOff val="25000"/>
                  </a:schemeClr>
                </a:solidFill>
              </a:rPr>
              <a:t>묶음 틀·컨테이너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258800" y="5806440"/>
            <a:ext cx="1554480" cy="0"/>
          </a:xfrm>
          <a:prstGeom prst="line">
            <a:avLst/>
          </a:prstGeom>
          <a:ln w="38100">
            <a:solidFill>
              <a:schemeClr val="accent6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3258800" y="6355080"/>
            <a:ext cx="1554480" cy="0"/>
          </a:xfrm>
          <a:prstGeom prst="line">
            <a:avLst/>
          </a:prstGeom>
          <a:ln w="44450">
            <a:solidFill>
              <a:schemeClr val="accent1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5179040" y="5486400"/>
            <a:ext cx="1463040" cy="1097280"/>
          </a:xfrm>
          <a:prstGeom prst="roundRect">
            <a:avLst>
              <a:gd name="adj" fmla="val 8000"/>
            </a:avLst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167360" y="6675120"/>
            <a:ext cx="3840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1600">
                <a:solidFill>
                  <a:schemeClr val="tx1">
                    <a:lumMod val="75000"/>
                    <a:lumOff val="25000"/>
                  </a:schemeClr>
                </a:solidFill>
              </a:rPr>
              <a:t>화살표 default·key / 그림 위 강조 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7955279"/>
            <a:ext cx="15544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sz="2000">
                <a:solidFill>
                  <a:schemeClr val="tx1"/>
                </a:solidFill>
              </a:rPr>
              <a:t>글자 강조: </a:t>
            </a:r>
            <a:r>
              <a:rPr b="1" sz="2000">
                <a:solidFill>
                  <a:schemeClr val="accent2"/>
                </a:solidFill>
              </a:rPr>
              <a:t>핵심어</a:t>
            </a:r>
            <a:r>
              <a:rPr b="0" sz="2000">
                <a:solidFill>
                  <a:schemeClr val="tx1"/>
                </a:solidFill>
              </a:rPr>
              <a:t>는 Dusty Cedar 굵게, </a:t>
            </a:r>
            <a:r>
              <a:rPr b="1" sz="2000">
                <a:solidFill>
                  <a:schemeClr val="accent1"/>
                </a:solidFill>
              </a:rPr>
              <a:t>구조 용어</a:t>
            </a:r>
            <a:r>
              <a:rPr b="0" sz="2000">
                <a:solidFill>
                  <a:schemeClr val="tx1"/>
                </a:solidFill>
              </a:rPr>
              <a:t>는 Navy 굵게 (spec에서 </a:t>
            </a:r>
            <a:r>
              <a:rPr b="1" sz="2000">
                <a:solidFill>
                  <a:schemeClr val="accent2"/>
                </a:solidFill>
              </a:rPr>
              <a:t>…</a:t>
            </a:r>
            <a:r>
              <a:rPr b="0" sz="2000">
                <a:solidFill>
                  <a:schemeClr val="tx1"/>
                </a:solidFill>
              </a:rPr>
              <a:t> / </a:t>
            </a:r>
            <a:r>
              <a:rPr b="1" sz="2000">
                <a:solidFill>
                  <a:schemeClr val="accent1"/>
                </a:solidFill>
              </a:rPr>
              <a:t>…</a:t>
            </a:r>
            <a:r>
              <a:rPr b="0" sz="2000">
                <a:solidFill>
                  <a:schemeClr val="tx1"/>
                </a:solidFill>
              </a:rPr>
              <a:t>)</a:t>
            </a:r>
          </a:p>
          <a:p>
            <a:pPr algn="l"/>
            <a:r>
              <a:rPr b="0" sz="2000">
                <a:solidFill>
                  <a:schemeClr val="tx1"/>
                </a:solidFill>
              </a:rPr>
              <a:t>차트·표: Ours = accent2, baseline = accent6, 나머지 = accent3 → accent1 순서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레이아웃 목록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Title — 표지 (논문 제목, 인용, 발표자, 학회 로고)</a:t>
            </a:r>
          </a:p>
          <a:p>
            <a:pPr/>
            <a:r>
              <a:t>Contents — 목차 겸 섹션 구분, 현재 섹션만 강조</a:t>
            </a:r>
          </a:p>
          <a:p>
            <a:pPr/>
            <a:r>
              <a:t>A_FigureFull_Band — 그림 1개 전면 + 하단 밴드</a:t>
            </a:r>
          </a:p>
          <a:p>
            <a:pPr/>
            <a:r>
              <a:t>B_FigureTwo_Band — 그림 2개 비교 + 하단 밴드</a:t>
            </a:r>
          </a:p>
          <a:p>
            <a:pPr/>
            <a:r>
              <a:t>C_FigureExplain_Band — 좌 그림 + 우 해설 + 하단 밴드</a:t>
            </a:r>
          </a:p>
          <a:p>
            <a:pPr/>
            <a:r>
              <a:t>D_TopBand_Wide — 상단 밴드 + 넓은 표·차트</a:t>
            </a:r>
          </a:p>
          <a:p>
            <a:pPr/>
            <a:r>
              <a:t>E_TwoColumn — 2단 카드 (비교·결론)</a:t>
            </a:r>
          </a:p>
          <a:p>
            <a:pPr/>
            <a:r>
              <a:t>F_Diagram_Band — 도형·수식 자유 영역 + 하단 밴드</a:t>
            </a:r>
          </a:p>
          <a:p>
            <a:pPr/>
            <a:r>
              <a:t>G_TitleOnly — 제목만 (자유 구성, 부록) / H_Statement — 핵심 질문·한 문장 요약</a:t>
            </a:r>
          </a:p>
          <a:p>
            <a:pPr/>
            <a:r>
              <a:t>Closing — 마무리 / Guide — 숨김 가이드 전용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글쓰기와 내레이션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한 장에 핵심 메시지 하나. 제목만 읽어도 주제가 보이게 작성</a:t>
            </a:r>
          </a:p>
          <a:p>
            <a:pPr/>
            <a:r>
              <a:t>밴드 1단은 주장, 2단은 근거·수치. 32pt 기준 한 줄 40자, 3~4줄</a:t>
            </a:r>
          </a:p>
          <a:p>
            <a:pPr lvl="1"/>
            <a:r>
              <a:t>종결은 명사형 (~함 / ~임 / ~확인)</a:t>
            </a:r>
          </a:p>
          <a:p>
            <a:pPr/>
            <a:r>
              <a:t>그림은 논문 캡쳐를 그대로 쓰고, 중요한 영역만 강조 틀로 표시</a:t>
            </a:r>
          </a:p>
          <a:p>
            <a:pPr/>
            <a:r>
              <a:t>출처는 하단 바 오른쪽 source 칸에 (Author et al., Venue Year)</a:t>
            </a:r>
          </a:p>
          <a:p>
            <a:pPr/>
            <a:r>
              <a:t>내레이션 대본은 발표자 노트에 작성: 슬라이드당 30~60초, 합니다체 구어</a:t>
            </a:r>
          </a:p>
          <a:p>
            <a:pPr lvl="1"/>
            <a:r>
              <a:t>슬라이드 문장을 그대로 읽지 않고, 왜 중요한지와 다음 슬라이드로의 연결을 말함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이미지 생성 스타일 (필요할 때만)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친근한 손그림, 단순한 검은 외곽선, 분명한 특징. 한 이미지에 개념 하나</a:t>
            </a:r>
          </a:p>
          <a:p>
            <a:pPr lvl="1"/>
            <a:r>
              <a:t>연구마다 다른 캐릭터. 상반신 기본, 행동이 중요할 때만 전신을 먼저 제안</a:t>
            </a:r>
          </a:p>
          <a:p>
            <a:pPr/>
            <a:r>
              <a:t>추상 개념은 둥근 기하학 기호. 흑백 중심에 팔레트 역할대로 색 추가</a:t>
            </a:r>
          </a:p>
          <a:p>
            <a:pPr/>
            <a:r>
              <a:t>제외: 광택 3D, 과도한 그라데이션, 장식용 블롭, 이미지 속 글자</a:t>
            </a:r>
          </a:p>
          <a:p>
            <a:pPr/>
            <a:r>
              <a:t>프롬프트 요소: 목적과 개념 · 대상과 캐릭터 · 표정과 행동 · 구도와 비율 · 팔레트와 배경</a:t>
            </a:r>
          </a:p>
          <a:p>
            <a:pPr lvl="1"/>
            <a:r>
              <a:t>전체 프롬프트 템플릿은 스킬의 references/style.md 참고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20XX년 QX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t>논문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First Author et al., “Paper Title”, Venue, Year, arXiv:XXXX.XXXXX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서울대학교 산업공학과</a:t>
            </a:r>
          </a:p>
          <a:p>
            <a:pPr/>
            <a:r>
              <a:t>DSBA 연구실</a:t>
            </a:r>
          </a:p>
          <a:p>
            <a:pPr/>
            <a:r>
              <a:t>발표자 이름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01	Background</a:t>
            </a:r>
          </a:p>
          <a:p>
            <a:r>
              <a:rPr b="1">
                <a:solidFill>
                  <a:schemeClr val="accent1"/>
                </a:solidFill>
              </a:rPr>
              <a:t>02	Method</a:t>
            </a:r>
          </a:p>
          <a:p>
            <a:r>
              <a:t>03	Experiments</a:t>
            </a:r>
          </a:p>
          <a:p>
            <a:r>
              <a:t>04	Discussion</a:t>
            </a:r>
          </a:p>
          <a:p>
            <a:r>
              <a:t>05	Conclusion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Layout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그림 한 장을 크게 보여줄 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First Author et al., “Paper Title”, Venue Year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pPr/>
            <a:r>
              <a:t>밴드 1단: 이 슬라이드의 </a:t>
            </a:r>
            <a:r>
              <a:rPr b="1">
                <a:solidFill>
                  <a:schemeClr val="accent2"/>
                </a:solidFill>
              </a:rPr>
              <a:t>핵심 주장</a:t>
            </a:r>
            <a:r>
              <a:t>을 한 줄로 작성함</a:t>
            </a:r>
          </a:p>
          <a:p>
            <a:pPr lvl="1"/>
            <a:r>
              <a:t>2단: 근거와 수치를 덧붙임 (예: 기존 대비 +4.2%p)</a:t>
            </a:r>
          </a:p>
          <a:p>
            <a:pPr/>
            <a:r>
              <a:t>그림 위 강조 틀은 figure.highlights로 지정</a:t>
            </a:r>
          </a:p>
        </p:txBody>
      </p:sp>
      <p:pic>
        <p:nvPicPr>
          <p:cNvPr id="7" name="Picture 6" descr="example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929" y="2057399"/>
            <a:ext cx="12914141" cy="4663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93696" y="2617012"/>
            <a:ext cx="4261666" cy="2564892"/>
          </a:xfrm>
          <a:prstGeom prst="roundRect">
            <a:avLst>
              <a:gd name="adj" fmla="val 8000"/>
            </a:avLst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Layout B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두 그림을 나란히 비교할 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First Author et al., “Paper Title”, Venue Year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pPr/>
            <a:r>
              <a:t>왼쪽과 오른쪽의 차이를 한 줄로 정리함</a:t>
            </a:r>
          </a:p>
          <a:p>
            <a:pPr lvl="1"/>
            <a:r>
              <a:t>비교 기준이 같은 두 그림에만 사용</a:t>
            </a:r>
          </a:p>
        </p:txBody>
      </p:sp>
      <p:pic>
        <p:nvPicPr>
          <p:cNvPr id="8" name="Picture 7" descr="example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497" y="2057400"/>
            <a:ext cx="6120765" cy="4663440"/>
          </a:xfrm>
          <a:prstGeom prst="rect">
            <a:avLst/>
          </a:prstGeom>
        </p:spPr>
      </p:pic>
      <p:pic>
        <p:nvPicPr>
          <p:cNvPr id="9" name="Picture 8" descr="example_smal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2737" y="2057400"/>
            <a:ext cx="612076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Layout C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그림과 해설을 함께 둘 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First Author et al., “Paper Title”, Venue Year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t>해설은 짧은 항목으로</a:t>
            </a:r>
          </a:p>
          <a:p>
            <a:pPr lvl="1"/>
            <a:r>
              <a:t>그림의 어느 부분을 볼지</a:t>
            </a:r>
          </a:p>
          <a:p>
            <a:pPr lvl="1"/>
            <a:r>
              <a:t>읽는 순서</a:t>
            </a:r>
          </a:p>
          <a:p>
            <a:pPr/>
            <a:r>
              <a:rPr b="1">
                <a:solidFill>
                  <a:schemeClr val="accent1"/>
                </a:solidFill>
              </a:rPr>
              <a:t>Ours</a:t>
            </a:r>
            <a:r>
              <a:t>가 가장 높음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pPr/>
            <a:r>
              <a:t>그림에서 얻는 결론 하나를 적음</a:t>
            </a:r>
          </a:p>
        </p:txBody>
      </p:sp>
      <p:pic>
        <p:nvPicPr>
          <p:cNvPr id="8" name="Picture 7" descr="example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297" y="2057400"/>
            <a:ext cx="612076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Layout 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표처럼 세로로 큰 개체를 넣을 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First Author et al., “Paper Title”, Venue Year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pPr/>
            <a:r>
              <a:t>표에서 볼 결론을 먼저 제시함</a:t>
            </a:r>
          </a:p>
          <a:p>
            <a:pPr lvl="1"/>
            <a:r>
              <a:t>Ours 행은 자동으로 강조색 적용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4297680"/>
          <a:ext cx="16459200" cy="2633472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4572000"/>
                <a:gridCol w="3959352"/>
                <a:gridCol w="3959352"/>
                <a:gridCol w="3968496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b="1" sz="2200">
                          <a:solidFill>
                            <a:schemeClr val="bg1"/>
                          </a:solidFill>
                        </a:rPr>
                        <a:t>Method</a:t>
                      </a:r>
                    </a:p>
                  </a:txBody>
                  <a:tcPr anchor="ctr" marL="109728" marR="109728">
                    <a:lnB w="12700">
                      <a:solidFill>
                        <a:schemeClr val="accent1">
                          <a:lumMod val="30000"/>
                          <a:lumOff val="70000"/>
                        </a:scheme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200">
                          <a:solidFill>
                            <a:schemeClr val="bg1"/>
                          </a:solidFill>
                        </a:rPr>
                        <a:t>GSM8K</a:t>
                      </a:r>
                    </a:p>
                  </a:txBody>
                  <a:tcPr anchor="ctr" marL="109728" marR="109728">
                    <a:lnB w="12700">
                      <a:solidFill>
                        <a:schemeClr val="accent1">
                          <a:lumMod val="30000"/>
                          <a:lumOff val="70000"/>
                        </a:scheme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200">
                          <a:solidFill>
                            <a:schemeClr val="bg1"/>
                          </a:solidFill>
                        </a:rPr>
                        <a:t>MATH</a:t>
                      </a:r>
                    </a:p>
                  </a:txBody>
                  <a:tcPr anchor="ctr" marL="109728" marR="109728">
                    <a:lnB w="12700">
                      <a:solidFill>
                        <a:schemeClr val="accent1">
                          <a:lumMod val="30000"/>
                          <a:lumOff val="70000"/>
                        </a:scheme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200">
                          <a:solidFill>
                            <a:schemeClr val="bg1"/>
                          </a:solidFill>
                        </a:rPr>
                        <a:t>Avg.</a:t>
                      </a:r>
                    </a:p>
                  </a:txBody>
                  <a:tcPr anchor="ctr" marL="109728" marR="109728">
                    <a:lnB w="12700">
                      <a:solidFill>
                        <a:schemeClr val="accent1">
                          <a:lumMod val="30000"/>
                          <a:lumOff val="70000"/>
                        </a:schemeClr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b="1" sz="2200">
                          <a:solidFill>
                            <a:schemeClr val="tx1"/>
                          </a:solidFill>
                        </a:rPr>
                        <a:t>Baseline</a:t>
                      </a:r>
                    </a:p>
                  </a:txBody>
                  <a:tcPr anchor="ctr" marL="109728" marR="109728">
                    <a:lnB w="12700">
                      <a:solidFill>
                        <a:schemeClr val="accent1">
                          <a:lumMod val="30000"/>
                          <a:lumOff val="70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2200">
                          <a:solidFill>
                            <a:schemeClr val="tx1"/>
                          </a:solidFill>
                        </a:rPr>
                        <a:t>61.2</a:t>
                      </a:r>
                    </a:p>
                  </a:txBody>
                  <a:tcPr anchor="ctr" marL="109728" marR="109728">
                    <a:lnB w="12700">
                      <a:solidFill>
                        <a:schemeClr val="accent1">
                          <a:lumMod val="30000"/>
                          <a:lumOff val="7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2200">
                          <a:solidFill>
                            <a:schemeClr val="tx1"/>
                          </a:solidFill>
                        </a:rPr>
                        <a:t>32.4</a:t>
                      </a:r>
                    </a:p>
                  </a:txBody>
                  <a:tcPr anchor="ctr" marL="109728" marR="109728">
                    <a:lnB w="12700">
                      <a:solidFill>
                        <a:schemeClr val="accent1">
                          <a:lumMod val="30000"/>
                          <a:lumOff val="7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2200">
                          <a:solidFill>
                            <a:schemeClr val="tx1"/>
                          </a:solidFill>
                        </a:rPr>
                        <a:t>46.8</a:t>
                      </a:r>
                    </a:p>
                  </a:txBody>
                  <a:tcPr anchor="ctr" marL="109728" marR="109728">
                    <a:lnB w="12700">
                      <a:solidFill>
                        <a:schemeClr val="accent1">
                          <a:lumMod val="30000"/>
                          <a:lumOff val="70000"/>
                        </a:schemeClr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b="1" sz="2200">
                          <a:solidFill>
                            <a:schemeClr val="tx1"/>
                          </a:solidFill>
                        </a:rPr>
                        <a:t>+ SFT</a:t>
                      </a:r>
                    </a:p>
                  </a:txBody>
                  <a:tcPr anchor="ctr" marL="109728" marR="109728">
                    <a:lnB w="12700">
                      <a:solidFill>
                        <a:schemeClr val="accent1">
                          <a:lumMod val="30000"/>
                          <a:lumOff val="70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2200">
                          <a:solidFill>
                            <a:schemeClr val="tx1"/>
                          </a:solidFill>
                        </a:rPr>
                        <a:t>63.5</a:t>
                      </a:r>
                    </a:p>
                  </a:txBody>
                  <a:tcPr anchor="ctr" marL="109728" marR="109728">
                    <a:lnB w="12700">
                      <a:solidFill>
                        <a:schemeClr val="accent1">
                          <a:lumMod val="30000"/>
                          <a:lumOff val="7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2200">
                          <a:solidFill>
                            <a:schemeClr val="tx1"/>
                          </a:solidFill>
                        </a:rPr>
                        <a:t>34.0</a:t>
                      </a:r>
                    </a:p>
                  </a:txBody>
                  <a:tcPr anchor="ctr" marL="109728" marR="109728">
                    <a:lnB w="12700">
                      <a:solidFill>
                        <a:schemeClr val="accent1">
                          <a:lumMod val="30000"/>
                          <a:lumOff val="7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2200">
                          <a:solidFill>
                            <a:schemeClr val="tx1"/>
                          </a:solidFill>
                        </a:rPr>
                        <a:t>48.8</a:t>
                      </a:r>
                    </a:p>
                  </a:txBody>
                  <a:tcPr anchor="ctr" marL="109728" marR="109728">
                    <a:lnB w="12700">
                      <a:solidFill>
                        <a:schemeClr val="accent1">
                          <a:lumMod val="30000"/>
                          <a:lumOff val="70000"/>
                        </a:schemeClr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b="1" sz="2200">
                          <a:solidFill>
                            <a:schemeClr val="accent2"/>
                          </a:solidFill>
                        </a:rPr>
                        <a:t>Ours</a:t>
                      </a:r>
                    </a:p>
                  </a:txBody>
                  <a:tcPr anchor="ctr" marL="109728" marR="109728">
                    <a:lnB w="12700">
                      <a:solidFill>
                        <a:schemeClr val="accent1">
                          <a:lumMod val="30000"/>
                          <a:lumOff val="70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200">
                          <a:solidFill>
                            <a:schemeClr val="accent2"/>
                          </a:solidFill>
                        </a:rPr>
                        <a:t>69.8</a:t>
                      </a:r>
                    </a:p>
                  </a:txBody>
                  <a:tcPr anchor="ctr" marL="109728" marR="109728">
                    <a:lnB w="12700">
                      <a:solidFill>
                        <a:schemeClr val="accent1">
                          <a:lumMod val="30000"/>
                          <a:lumOff val="7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200">
                          <a:solidFill>
                            <a:schemeClr val="accent2"/>
                          </a:solidFill>
                        </a:rPr>
                        <a:t>38.9</a:t>
                      </a:r>
                    </a:p>
                  </a:txBody>
                  <a:tcPr anchor="ctr" marL="109728" marR="109728">
                    <a:lnB w="12700">
                      <a:solidFill>
                        <a:schemeClr val="accent1">
                          <a:lumMod val="30000"/>
                          <a:lumOff val="70000"/>
                        </a:scheme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200">
                          <a:solidFill>
                            <a:schemeClr val="accent2"/>
                          </a:solidFill>
                        </a:rPr>
                        <a:t>54.4</a:t>
                      </a:r>
                    </a:p>
                  </a:txBody>
                  <a:tcPr anchor="ctr" marL="109728" marR="109728">
                    <a:lnB w="12700">
                      <a:solidFill>
                        <a:schemeClr val="accent1">
                          <a:lumMod val="30000"/>
                          <a:lumOff val="70000"/>
                        </a:schemeClr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Layout 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두 관점을 나란히 정리할 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First Author et al., “Paper Title”, Venue Year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t>장점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pPr/>
            <a:r>
              <a:t>첫 번째 항목</a:t>
            </a:r>
          </a:p>
          <a:p>
            <a:pPr lvl="1"/>
            <a:r>
              <a:t>보조 설명</a:t>
            </a:r>
          </a:p>
          <a:p>
            <a:pPr/>
            <a:r>
              <a:t>두 번째 항목</a:t>
            </a:r>
          </a:p>
          <a:p>
            <a:pPr lvl="1"/>
            <a:r>
              <a:t>보조 설명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pPr/>
            <a:r>
              <a:t>한계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t>첫 번째 항목</a:t>
            </a:r>
          </a:p>
          <a:p>
            <a:pPr lvl="1"/>
            <a:r>
              <a:t>보조 설명</a:t>
            </a:r>
          </a:p>
          <a:p>
            <a:pPr/>
            <a:r>
              <a:t>두 번째 항목</a:t>
            </a:r>
          </a:p>
          <a:p>
            <a:pPr lvl="1"/>
            <a:r>
              <a:t>보조 설명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Layout F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도형으로 구조를 설명할 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First Author et al., “Paper Title”, Venue Year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pPr/>
            <a:r>
              <a:t>같은 종류의 도형은 같은 색, </a:t>
            </a:r>
            <a:r>
              <a:rPr b="1">
                <a:solidFill>
                  <a:schemeClr val="accent2"/>
                </a:solidFill>
              </a:rPr>
              <a:t>논문의 핵심 요소만</a:t>
            </a:r>
            <a:r>
              <a:t> key로 표시함</a:t>
            </a:r>
          </a:p>
          <a:p>
            <a:pPr lvl="1"/>
            <a:r>
              <a:t>flow·box·arrow·math 컴포넌트를 spec으로 배치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" y="2617012"/>
            <a:ext cx="3682746" cy="1399031"/>
          </a:xfrm>
          <a:prstGeom prst="roundRect">
            <a:avLst>
              <a:gd name="adj" fmla="val 9150"/>
            </a:avLst>
          </a:prstGeom>
          <a:solidFill>
            <a:schemeClr val="accent1">
              <a:lumMod val="12000"/>
              <a:lumOff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b="1" sz="2400">
                <a:solidFill>
                  <a:schemeClr val="accent1"/>
                </a:solidFill>
              </a:rPr>
              <a:t>Query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61738" y="3316528"/>
            <a:ext cx="393192" cy="0"/>
          </a:xfrm>
          <a:prstGeom prst="line">
            <a:avLst/>
          </a:prstGeom>
          <a:ln w="38100">
            <a:solidFill>
              <a:schemeClr val="accent6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209794" y="2617012"/>
            <a:ext cx="3682746" cy="1399031"/>
          </a:xfrm>
          <a:prstGeom prst="roundRect">
            <a:avLst>
              <a:gd name="adj" fmla="val 9150"/>
            </a:avLst>
          </a:prstGeom>
          <a:solidFill>
            <a:schemeClr val="accent1">
              <a:lumMod val="12000"/>
              <a:lumOff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b="1" sz="2400">
                <a:solidFill>
                  <a:schemeClr val="accent1"/>
                </a:solidFill>
              </a:rPr>
              <a:t>Policy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947404" y="3316528"/>
            <a:ext cx="393192" cy="0"/>
          </a:xfrm>
          <a:prstGeom prst="line">
            <a:avLst/>
          </a:prstGeom>
          <a:ln w="38100">
            <a:solidFill>
              <a:schemeClr val="accent6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395459" y="2617012"/>
            <a:ext cx="3682746" cy="1399031"/>
          </a:xfrm>
          <a:prstGeom prst="roundRect">
            <a:avLst>
              <a:gd name="adj" fmla="val 915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b="1" sz="2400">
                <a:solidFill>
                  <a:schemeClr val="bg1"/>
                </a:solidFill>
              </a:rPr>
              <a:t>Verifier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133069" y="3316528"/>
            <a:ext cx="393192" cy="0"/>
          </a:xfrm>
          <a:prstGeom prst="line">
            <a:avLst/>
          </a:prstGeom>
          <a:ln w="38100">
            <a:solidFill>
              <a:schemeClr val="accent6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3581126" y="2617012"/>
            <a:ext cx="3682746" cy="1399031"/>
          </a:xfrm>
          <a:prstGeom prst="roundRect">
            <a:avLst>
              <a:gd name="adj" fmla="val 9150"/>
            </a:avLst>
          </a:prstGeom>
          <a:solidFill>
            <a:schemeClr val="accent1">
              <a:lumMod val="12000"/>
              <a:lumOff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b="1" sz="2400">
                <a:solidFill>
                  <a:schemeClr val="accent1"/>
                </a:solidFill>
              </a:rPr>
              <a:t>Reward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4855464"/>
            <a:ext cx="5074920" cy="1305763"/>
          </a:xfrm>
          <a:prstGeom prst="roundRect">
            <a:avLst>
              <a:gd name="adj" fmla="val 9803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b="0" sz="2400">
                <a:solidFill>
                  <a:schemeClr val="tx1">
                    <a:lumMod val="75000"/>
                    <a:lumOff val="25000"/>
                  </a:schemeClr>
                </a:solidFill>
              </a:rPr>
              <a:t>기존: 정답 여부만 사용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37376" y="5508345"/>
            <a:ext cx="1353312" cy="0"/>
          </a:xfrm>
          <a:prstGeom prst="line">
            <a:avLst/>
          </a:prstGeom>
          <a:ln w="38100">
            <a:solidFill>
              <a:schemeClr val="accent6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29016" y="4855464"/>
            <a:ext cx="5074920" cy="1305763"/>
          </a:xfrm>
          <a:prstGeom prst="roundRect">
            <a:avLst>
              <a:gd name="adj" fmla="val 9803"/>
            </a:avLst>
          </a:prstGeom>
          <a:solidFill>
            <a:schemeClr val="bg1"/>
          </a:solidFill>
          <a:ln w="317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b="1" sz="2400">
                <a:solidFill>
                  <a:schemeClr val="accent2"/>
                </a:solidFill>
              </a:rPr>
              <a:t>제안: 확신의 변화를 보상으로</a:t>
            </a:r>
          </a:p>
        </p:txBody>
      </p:sp>
      <p:pic>
        <p:nvPicPr>
          <p:cNvPr id="16" name="Picture 15" descr="tmp9nuh99h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1428" y="5187893"/>
            <a:ext cx="3552444" cy="6409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Layout 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자유 구성: 네이티브 차트 예시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First Author et al., “Paper Title”, Venue Year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2194560"/>
          <a:ext cx="10058400" cy="7132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521440" y="2743200"/>
            <a:ext cx="6035040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457200" indent="-384048" algn="l">
              <a:buClr>
                <a:schemeClr val="accent1"/>
              </a:buClr>
              <a:buSzPct val="90000"/>
              <a:buFont typeface="Wingdings" pitchFamily="2" charset="2"/>
              <a:buChar char=""/>
            </a:pPr>
            <a:r>
              <a:rPr b="0" sz="2600">
                <a:solidFill>
                  <a:schemeClr val="tx1"/>
                </a:solidFill>
              </a:rPr>
              <a:t>PowerPoint에서 바로 수정 가능한 차트</a:t>
            </a:r>
          </a:p>
          <a:p>
            <a:pPr lvl="1" marL="914400" indent="-365760" algn="l">
              <a:buClr>
                <a:schemeClr val="accent1"/>
              </a:buClr>
              <a:buSzPct val="90000"/>
              <a:buFont typeface="Wingdings" pitchFamily="2" charset="2"/>
              <a:buChar char=""/>
            </a:pPr>
            <a:r>
              <a:rPr b="0" sz="2600">
                <a:solidFill>
                  <a:schemeClr val="tx1">
                    <a:lumMod val="75000"/>
                    <a:lumOff val="25000"/>
                  </a:schemeClr>
                </a:solidFill>
              </a:rPr>
              <a:t>Ours = Dusty Cedar</a:t>
            </a:r>
          </a:p>
          <a:p>
            <a:pPr lvl="1" marL="914400" indent="-365760" algn="l">
              <a:buClr>
                <a:schemeClr val="accent1"/>
              </a:buClr>
              <a:buSzPct val="90000"/>
              <a:buFont typeface="Wingdings" pitchFamily="2" charset="2"/>
              <a:buChar char=""/>
            </a:pPr>
            <a:r>
              <a:rPr b="0" sz="2600">
                <a:solidFill>
                  <a:schemeClr val="tx1">
                    <a:lumMod val="75000"/>
                    <a:lumOff val="25000"/>
                  </a:schemeClr>
                </a:solidFill>
              </a:rPr>
              <a:t>baseline = Ultimate Gray</a:t>
            </a:r>
          </a:p>
          <a:p>
            <a:pPr marL="457200" indent="-384048" algn="l">
              <a:buClr>
                <a:schemeClr val="accent1"/>
              </a:buClr>
              <a:buSzPct val="90000"/>
              <a:buFont typeface="Wingdings" pitchFamily="2" charset="2"/>
              <a:buChar char=""/>
            </a:pPr>
            <a:r>
              <a:rPr b="0" sz="2600">
                <a:solidFill>
                  <a:schemeClr val="tx1"/>
                </a:solidFill>
              </a:rPr>
              <a:t>논문 수치를 직접 옮길 때 사용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Layout H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Key Question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First Author et al., “Paper Title”, Venue Year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/>
            <a:r>
              <a:t>정답 여부만으로 추론 과정을 평가할 수 있을까?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섹션을 여는 질문이나 결론 한 문장에 사용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20XX년 QX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Papers You Should Read  ·  20XX QX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earch-slides">
  <a:themeElements>
    <a:clrScheme name="research-slides Pantone A">
      <a:dk1>
        <a:srgbClr val="262626"/>
      </a:dk1>
      <a:lt1>
        <a:srgbClr val="FFFFFF"/>
      </a:lt1>
      <a:dk2>
        <a:srgbClr val="223A5E"/>
      </a:dk2>
      <a:lt2>
        <a:srgbClr val="F3F4F6"/>
      </a:lt2>
      <a:accent1>
        <a:srgbClr val="223A5E"/>
      </a:accent1>
      <a:accent2>
        <a:srgbClr val="AD5D5D"/>
      </a:accent2>
      <a:accent3>
        <a:srgbClr val="658DC6"/>
      </a:accent3>
      <a:accent4>
        <a:srgbClr val="7BC4C4"/>
      </a:accent4>
      <a:accent5>
        <a:srgbClr val="F0C05A"/>
      </a:accent5>
      <a:accent6>
        <a:srgbClr val="939597"/>
      </a:accent6>
      <a:hlink>
        <a:srgbClr val="658DC6"/>
      </a:hlink>
      <a:folHlink>
        <a:srgbClr val="939597"/>
      </a:folHlink>
    </a:clrScheme>
    <a:fontScheme name="research-slides">
      <a:majorFont>
        <a:latin typeface="NanumSquareOTF ExtraBold"/>
        <a:ea typeface="NanumSquareOTF ExtraBold"/>
        <a:cs typeface=""/>
        <a:font script="Hang" typeface="NanumSquareOTF ExtraBold"/>
      </a:majorFont>
      <a:minorFont>
        <a:latin typeface="NanumSquareOTF"/>
        <a:ea typeface="NanumSquareOTF"/>
        <a:cs typeface=""/>
        <a:font script="Hang" typeface="NanumSquareOTF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DSBA Papers You Should Read — research-slides template</dc:title>
  <dc:subject>Build decks from this file with the research-slides skill.</dc:subject>
  <dc:creator>DSBA Lab</dc:creator>
  <cp:keywords>research-slides; DSBA; PYSR; claude-skill</cp:keywords>
  <dc:description>For Claude: use the research-slides skill (SKILL.md) and scripts/build_deck.py. Do not hand-place shapes.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